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notesSlides/notesSlide1.xml" ContentType="application/vnd.openxmlformats-officedocument.presentationml.notesSlide+xml"/>
  <Override PartName="/ppt/ink/ink19.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84" r:id="rId1"/>
  </p:sldMasterIdLst>
  <p:notesMasterIdLst>
    <p:notesMasterId r:id="rId31"/>
  </p:notesMasterIdLst>
  <p:handoutMasterIdLst>
    <p:handoutMasterId r:id="rId32"/>
  </p:handoutMasterIdLst>
  <p:sldIdLst>
    <p:sldId id="283" r:id="rId2"/>
    <p:sldId id="256" r:id="rId3"/>
    <p:sldId id="279" r:id="rId4"/>
    <p:sldId id="257" r:id="rId5"/>
    <p:sldId id="258" r:id="rId6"/>
    <p:sldId id="280" r:id="rId7"/>
    <p:sldId id="281" r:id="rId8"/>
    <p:sldId id="259" r:id="rId9"/>
    <p:sldId id="260" r:id="rId10"/>
    <p:sldId id="275" r:id="rId11"/>
    <p:sldId id="276" r:id="rId12"/>
    <p:sldId id="261" r:id="rId13"/>
    <p:sldId id="262" r:id="rId14"/>
    <p:sldId id="263" r:id="rId15"/>
    <p:sldId id="277" r:id="rId16"/>
    <p:sldId id="278" r:id="rId17"/>
    <p:sldId id="264" r:id="rId18"/>
    <p:sldId id="284" r:id="rId19"/>
    <p:sldId id="288" r:id="rId20"/>
    <p:sldId id="285" r:id="rId21"/>
    <p:sldId id="286" r:id="rId22"/>
    <p:sldId id="287" r:id="rId23"/>
    <p:sldId id="289" r:id="rId24"/>
    <p:sldId id="290" r:id="rId25"/>
    <p:sldId id="272" r:id="rId26"/>
    <p:sldId id="274" r:id="rId27"/>
    <p:sldId id="293" r:id="rId28"/>
    <p:sldId id="291" r:id="rId29"/>
    <p:sldId id="292" r:id="rId30"/>
  </p:sldIdLst>
  <p:sldSz cx="18288000" cy="10287000"/>
  <p:notesSz cx="6858000" cy="9144000"/>
  <p:embeddedFontLst>
    <p:embeddedFont>
      <p:font typeface="Cambria Math" panose="02040503050406030204" pitchFamily="18" charset="0"/>
      <p:regular r:id="rId33"/>
    </p:embeddedFont>
    <p:embeddedFont>
      <p:font typeface="Corbel" panose="020B0503020204020204" pitchFamily="34" charset="0"/>
      <p:regular r:id="rId34"/>
      <p:bold r:id="rId35"/>
      <p:italic r:id="rId36"/>
      <p:boldItalic r:id="rId37"/>
    </p:embeddedFont>
    <p:embeddedFont>
      <p:font typeface="Georgia Pro Condensed" panose="020B0604020202020204" charset="0"/>
      <p:regular r:id="rId3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4D4D"/>
    <a:srgbClr val="013E3D"/>
    <a:srgbClr val="ABDA42"/>
    <a:srgbClr val="EFF5F4"/>
    <a:srgbClr val="ECF4F4"/>
    <a:srgbClr val="F0F4F4"/>
    <a:srgbClr val="073C83"/>
    <a:srgbClr val="112D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D5EE86-F823-4590-A261-CAAE52FC88D7}" v="127" dt="2026-04-22T18:35:38.4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444" autoAdjust="0"/>
    <p:restoredTop sz="94622" autoAdjust="0"/>
  </p:normalViewPr>
  <p:slideViewPr>
    <p:cSldViewPr>
      <p:cViewPr varScale="1">
        <p:scale>
          <a:sx n="52" d="100"/>
          <a:sy n="52" d="100"/>
        </p:scale>
        <p:origin x="398"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font" Target="fonts/font5.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nushka Sharma" userId="e75da8da4c67cfd8" providerId="LiveId" clId="{C0266BF2-E87E-4916-A571-ECB9417F01B6}"/>
    <pc:docChg chg="undo custSel addSld delSld modSld modMainMaster">
      <pc:chgData name="Tanushka Sharma" userId="e75da8da4c67cfd8" providerId="LiveId" clId="{C0266BF2-E87E-4916-A571-ECB9417F01B6}" dt="2026-04-22T18:35:58.575" v="1387" actId="47"/>
      <pc:docMkLst>
        <pc:docMk/>
      </pc:docMkLst>
      <pc:sldChg chg="modSp mod setBg">
        <pc:chgData name="Tanushka Sharma" userId="e75da8da4c67cfd8" providerId="LiveId" clId="{C0266BF2-E87E-4916-A571-ECB9417F01B6}" dt="2026-04-22T18:24:44.407" v="1327" actId="207"/>
        <pc:sldMkLst>
          <pc:docMk/>
          <pc:sldMk cId="0" sldId="256"/>
        </pc:sldMkLst>
        <pc:spChg chg="mod">
          <ac:chgData name="Tanushka Sharma" userId="e75da8da4c67cfd8" providerId="LiveId" clId="{C0266BF2-E87E-4916-A571-ECB9417F01B6}" dt="2026-04-22T18:24:44.407" v="1327" actId="207"/>
          <ac:spMkLst>
            <pc:docMk/>
            <pc:sldMk cId="0" sldId="256"/>
            <ac:spMk id="6" creationId="{00000000-0000-0000-0000-000000000000}"/>
          </ac:spMkLst>
        </pc:spChg>
      </pc:sldChg>
      <pc:sldChg chg="modSp mod">
        <pc:chgData name="Tanushka Sharma" userId="e75da8da4c67cfd8" providerId="LiveId" clId="{C0266BF2-E87E-4916-A571-ECB9417F01B6}" dt="2026-04-22T18:26:23.698" v="1340" actId="207"/>
        <pc:sldMkLst>
          <pc:docMk/>
          <pc:sldMk cId="0" sldId="257"/>
        </pc:sldMkLst>
        <pc:spChg chg="mod">
          <ac:chgData name="Tanushka Sharma" userId="e75da8da4c67cfd8" providerId="LiveId" clId="{C0266BF2-E87E-4916-A571-ECB9417F01B6}" dt="2026-04-22T18:25:00.431" v="1329" actId="207"/>
          <ac:spMkLst>
            <pc:docMk/>
            <pc:sldMk cId="0" sldId="257"/>
            <ac:spMk id="7" creationId="{00000000-0000-0000-0000-000000000000}"/>
          </ac:spMkLst>
        </pc:spChg>
        <pc:spChg chg="mod">
          <ac:chgData name="Tanushka Sharma" userId="e75da8da4c67cfd8" providerId="LiveId" clId="{C0266BF2-E87E-4916-A571-ECB9417F01B6}" dt="2026-04-22T18:26:23.698" v="1340" actId="207"/>
          <ac:spMkLst>
            <pc:docMk/>
            <pc:sldMk cId="0" sldId="257"/>
            <ac:spMk id="8" creationId="{00000000-0000-0000-0000-000000000000}"/>
          </ac:spMkLst>
        </pc:spChg>
      </pc:sldChg>
      <pc:sldChg chg="modSp mod">
        <pc:chgData name="Tanushka Sharma" userId="e75da8da4c67cfd8" providerId="LiveId" clId="{C0266BF2-E87E-4916-A571-ECB9417F01B6}" dt="2026-04-22T18:28:17.734" v="1351" actId="207"/>
        <pc:sldMkLst>
          <pc:docMk/>
          <pc:sldMk cId="0" sldId="258"/>
        </pc:sldMkLst>
        <pc:spChg chg="mod">
          <ac:chgData name="Tanushka Sharma" userId="e75da8da4c67cfd8" providerId="LiveId" clId="{C0266BF2-E87E-4916-A571-ECB9417F01B6}" dt="2026-04-22T18:25:06.435" v="1330" actId="207"/>
          <ac:spMkLst>
            <pc:docMk/>
            <pc:sldMk cId="0" sldId="258"/>
            <ac:spMk id="5" creationId="{00000000-0000-0000-0000-000000000000}"/>
          </ac:spMkLst>
        </pc:spChg>
        <pc:spChg chg="mod">
          <ac:chgData name="Tanushka Sharma" userId="e75da8da4c67cfd8" providerId="LiveId" clId="{C0266BF2-E87E-4916-A571-ECB9417F01B6}" dt="2026-04-22T18:28:17.734" v="1351" actId="207"/>
          <ac:spMkLst>
            <pc:docMk/>
            <pc:sldMk cId="0" sldId="258"/>
            <ac:spMk id="6" creationId="{00000000-0000-0000-0000-000000000000}"/>
          </ac:spMkLst>
        </pc:spChg>
      </pc:sldChg>
      <pc:sldChg chg="modSp mod">
        <pc:chgData name="Tanushka Sharma" userId="e75da8da4c67cfd8" providerId="LiveId" clId="{C0266BF2-E87E-4916-A571-ECB9417F01B6}" dt="2026-04-22T18:25:32.758" v="1333" actId="207"/>
        <pc:sldMkLst>
          <pc:docMk/>
          <pc:sldMk cId="0" sldId="259"/>
        </pc:sldMkLst>
        <pc:spChg chg="mod">
          <ac:chgData name="Tanushka Sharma" userId="e75da8da4c67cfd8" providerId="LiveId" clId="{C0266BF2-E87E-4916-A571-ECB9417F01B6}" dt="2026-04-22T18:25:32.758" v="1333" actId="207"/>
          <ac:spMkLst>
            <pc:docMk/>
            <pc:sldMk cId="0" sldId="259"/>
            <ac:spMk id="3" creationId="{00000000-0000-0000-0000-000000000000}"/>
          </ac:spMkLst>
        </pc:spChg>
      </pc:sldChg>
      <pc:sldChg chg="addSp delSp modSp mod">
        <pc:chgData name="Tanushka Sharma" userId="e75da8da4c67cfd8" providerId="LiveId" clId="{C0266BF2-E87E-4916-A571-ECB9417F01B6}" dt="2026-04-22T18:28:36.566" v="1353" actId="207"/>
        <pc:sldMkLst>
          <pc:docMk/>
          <pc:sldMk cId="0" sldId="260"/>
        </pc:sldMkLst>
        <pc:spChg chg="mod">
          <ac:chgData name="Tanushka Sharma" userId="e75da8da4c67cfd8" providerId="LiveId" clId="{C0266BF2-E87E-4916-A571-ECB9417F01B6}" dt="2026-04-22T18:28:30.713" v="1352" actId="207"/>
          <ac:spMkLst>
            <pc:docMk/>
            <pc:sldMk cId="0" sldId="260"/>
            <ac:spMk id="2" creationId="{00000000-0000-0000-0000-000000000000}"/>
          </ac:spMkLst>
        </pc:spChg>
        <pc:spChg chg="mod">
          <ac:chgData name="Tanushka Sharma" userId="e75da8da4c67cfd8" providerId="LiveId" clId="{C0266BF2-E87E-4916-A571-ECB9417F01B6}" dt="2026-04-22T18:28:36.566" v="1353" actId="207"/>
          <ac:spMkLst>
            <pc:docMk/>
            <pc:sldMk cId="0" sldId="260"/>
            <ac:spMk id="3" creationId="{00000000-0000-0000-0000-000000000000}"/>
          </ac:spMkLst>
        </pc:spChg>
        <pc:picChg chg="mod">
          <ac:chgData name="Tanushka Sharma" userId="e75da8da4c67cfd8" providerId="LiveId" clId="{C0266BF2-E87E-4916-A571-ECB9417F01B6}" dt="2026-04-19T19:39:12.706" v="102" actId="14100"/>
          <ac:picMkLst>
            <pc:docMk/>
            <pc:sldMk cId="0" sldId="260"/>
            <ac:picMk id="7" creationId="{16F5F82F-2B19-B01E-DD29-5A16930D44B5}"/>
          </ac:picMkLst>
        </pc:picChg>
      </pc:sldChg>
      <pc:sldChg chg="modSp mod">
        <pc:chgData name="Tanushka Sharma" userId="e75da8da4c67cfd8" providerId="LiveId" clId="{C0266BF2-E87E-4916-A571-ECB9417F01B6}" dt="2026-04-22T18:29:15.907" v="1356" actId="207"/>
        <pc:sldMkLst>
          <pc:docMk/>
          <pc:sldMk cId="0" sldId="261"/>
        </pc:sldMkLst>
        <pc:spChg chg="mod">
          <ac:chgData name="Tanushka Sharma" userId="e75da8da4c67cfd8" providerId="LiveId" clId="{C0266BF2-E87E-4916-A571-ECB9417F01B6}" dt="2026-04-22T18:29:10.533" v="1355" actId="207"/>
          <ac:spMkLst>
            <pc:docMk/>
            <pc:sldMk cId="0" sldId="261"/>
            <ac:spMk id="9" creationId="{E07626F0-7F37-08CB-58BD-8105CB1FF393}"/>
          </ac:spMkLst>
        </pc:spChg>
        <pc:spChg chg="mod">
          <ac:chgData name="Tanushka Sharma" userId="e75da8da4c67cfd8" providerId="LiveId" clId="{C0266BF2-E87E-4916-A571-ECB9417F01B6}" dt="2026-04-22T18:29:15.907" v="1356" actId="207"/>
          <ac:spMkLst>
            <pc:docMk/>
            <pc:sldMk cId="0" sldId="261"/>
            <ac:spMk id="19" creationId="{9F0F39F1-9642-67CF-039D-33B3E788AD18}"/>
          </ac:spMkLst>
        </pc:spChg>
      </pc:sldChg>
      <pc:sldChg chg="modSp mod">
        <pc:chgData name="Tanushka Sharma" userId="e75da8da4c67cfd8" providerId="LiveId" clId="{C0266BF2-E87E-4916-A571-ECB9417F01B6}" dt="2026-04-22T18:29:45.494" v="1360" actId="207"/>
        <pc:sldMkLst>
          <pc:docMk/>
          <pc:sldMk cId="0" sldId="262"/>
        </pc:sldMkLst>
        <pc:spChg chg="mod">
          <ac:chgData name="Tanushka Sharma" userId="e75da8da4c67cfd8" providerId="LiveId" clId="{C0266BF2-E87E-4916-A571-ECB9417F01B6}" dt="2026-04-22T18:29:30.013" v="1358" actId="207"/>
          <ac:spMkLst>
            <pc:docMk/>
            <pc:sldMk cId="0" sldId="262"/>
            <ac:spMk id="2" creationId="{00000000-0000-0000-0000-000000000000}"/>
          </ac:spMkLst>
        </pc:spChg>
        <pc:spChg chg="mod">
          <ac:chgData name="Tanushka Sharma" userId="e75da8da4c67cfd8" providerId="LiveId" clId="{C0266BF2-E87E-4916-A571-ECB9417F01B6}" dt="2026-04-22T18:29:45.494" v="1360" actId="207"/>
          <ac:spMkLst>
            <pc:docMk/>
            <pc:sldMk cId="0" sldId="262"/>
            <ac:spMk id="7" creationId="{F0E2580C-83A7-791E-72DC-29222B8C730C}"/>
          </ac:spMkLst>
        </pc:spChg>
      </pc:sldChg>
      <pc:sldChg chg="modSp mod">
        <pc:chgData name="Tanushka Sharma" userId="e75da8da4c67cfd8" providerId="LiveId" clId="{C0266BF2-E87E-4916-A571-ECB9417F01B6}" dt="2026-04-22T18:29:59.616" v="1362" actId="207"/>
        <pc:sldMkLst>
          <pc:docMk/>
          <pc:sldMk cId="0" sldId="263"/>
        </pc:sldMkLst>
        <pc:spChg chg="mod">
          <ac:chgData name="Tanushka Sharma" userId="e75da8da4c67cfd8" providerId="LiveId" clId="{C0266BF2-E87E-4916-A571-ECB9417F01B6}" dt="2026-04-22T18:29:54.445" v="1361" actId="207"/>
          <ac:spMkLst>
            <pc:docMk/>
            <pc:sldMk cId="0" sldId="263"/>
            <ac:spMk id="6" creationId="{96B485A9-A82E-BF7E-36C7-16E2EB10B877}"/>
          </ac:spMkLst>
        </pc:spChg>
        <pc:spChg chg="mod">
          <ac:chgData name="Tanushka Sharma" userId="e75da8da4c67cfd8" providerId="LiveId" clId="{C0266BF2-E87E-4916-A571-ECB9417F01B6}" dt="2026-04-22T18:29:59.616" v="1362" actId="207"/>
          <ac:spMkLst>
            <pc:docMk/>
            <pc:sldMk cId="0" sldId="263"/>
            <ac:spMk id="8" creationId="{8C037E56-59C9-5919-6267-4B58AA1BF8A7}"/>
          </ac:spMkLst>
        </pc:spChg>
      </pc:sldChg>
      <pc:sldChg chg="modSp mod">
        <pc:chgData name="Tanushka Sharma" userId="e75da8da4c67cfd8" providerId="LiveId" clId="{C0266BF2-E87E-4916-A571-ECB9417F01B6}" dt="2026-04-22T18:30:48.610" v="1368" actId="207"/>
        <pc:sldMkLst>
          <pc:docMk/>
          <pc:sldMk cId="0" sldId="264"/>
        </pc:sldMkLst>
        <pc:spChg chg="mod">
          <ac:chgData name="Tanushka Sharma" userId="e75da8da4c67cfd8" providerId="LiveId" clId="{C0266BF2-E87E-4916-A571-ECB9417F01B6}" dt="2026-04-22T18:30:48.610" v="1368" actId="207"/>
          <ac:spMkLst>
            <pc:docMk/>
            <pc:sldMk cId="0" sldId="264"/>
            <ac:spMk id="9" creationId="{00000000-0000-0000-0000-000000000000}"/>
          </ac:spMkLst>
        </pc:spChg>
      </pc:sldChg>
      <pc:sldChg chg="modSp mod">
        <pc:chgData name="Tanushka Sharma" userId="e75da8da4c67cfd8" providerId="LiveId" clId="{C0266BF2-E87E-4916-A571-ECB9417F01B6}" dt="2026-04-22T18:33:11.080" v="1384" actId="207"/>
        <pc:sldMkLst>
          <pc:docMk/>
          <pc:sldMk cId="0" sldId="272"/>
        </pc:sldMkLst>
        <pc:spChg chg="mod">
          <ac:chgData name="Tanushka Sharma" userId="e75da8da4c67cfd8" providerId="LiveId" clId="{C0266BF2-E87E-4916-A571-ECB9417F01B6}" dt="2026-04-22T18:33:06.134" v="1383" actId="207"/>
          <ac:spMkLst>
            <pc:docMk/>
            <pc:sldMk cId="0" sldId="272"/>
            <ac:spMk id="5" creationId="{00000000-0000-0000-0000-000000000000}"/>
          </ac:spMkLst>
        </pc:spChg>
        <pc:spChg chg="mod">
          <ac:chgData name="Tanushka Sharma" userId="e75da8da4c67cfd8" providerId="LiveId" clId="{C0266BF2-E87E-4916-A571-ECB9417F01B6}" dt="2026-04-22T18:33:11.080" v="1384" actId="207"/>
          <ac:spMkLst>
            <pc:docMk/>
            <pc:sldMk cId="0" sldId="272"/>
            <ac:spMk id="7" creationId="{034DC85F-C9EC-1E57-F646-D90C74D4250A}"/>
          </ac:spMkLst>
        </pc:spChg>
      </pc:sldChg>
      <pc:sldChg chg="del">
        <pc:chgData name="Tanushka Sharma" userId="e75da8da4c67cfd8" providerId="LiveId" clId="{C0266BF2-E87E-4916-A571-ECB9417F01B6}" dt="2026-04-22T16:27:33.649" v="752" actId="47"/>
        <pc:sldMkLst>
          <pc:docMk/>
          <pc:sldMk cId="0" sldId="273"/>
        </pc:sldMkLst>
      </pc:sldChg>
      <pc:sldChg chg="modSp mod">
        <pc:chgData name="Tanushka Sharma" userId="e75da8da4c67cfd8" providerId="LiveId" clId="{C0266BF2-E87E-4916-A571-ECB9417F01B6}" dt="2026-04-22T18:33:26.171" v="1386" actId="207"/>
        <pc:sldMkLst>
          <pc:docMk/>
          <pc:sldMk cId="0" sldId="274"/>
        </pc:sldMkLst>
        <pc:spChg chg="mod">
          <ac:chgData name="Tanushka Sharma" userId="e75da8da4c67cfd8" providerId="LiveId" clId="{C0266BF2-E87E-4916-A571-ECB9417F01B6}" dt="2026-04-22T18:33:26.171" v="1386" actId="207"/>
          <ac:spMkLst>
            <pc:docMk/>
            <pc:sldMk cId="0" sldId="274"/>
            <ac:spMk id="6" creationId="{00000000-0000-0000-0000-000000000000}"/>
          </ac:spMkLst>
        </pc:spChg>
        <pc:spChg chg="mod">
          <ac:chgData name="Tanushka Sharma" userId="e75da8da4c67cfd8" providerId="LiveId" clId="{C0266BF2-E87E-4916-A571-ECB9417F01B6}" dt="2026-04-22T18:33:19.639" v="1385" actId="207"/>
          <ac:spMkLst>
            <pc:docMk/>
            <pc:sldMk cId="0" sldId="274"/>
            <ac:spMk id="8" creationId="{85D6EB8B-ED11-EE61-1C95-A9654A370BFB}"/>
          </ac:spMkLst>
        </pc:spChg>
      </pc:sldChg>
      <pc:sldChg chg="modSp mod">
        <pc:chgData name="Tanushka Sharma" userId="e75da8da4c67cfd8" providerId="LiveId" clId="{C0266BF2-E87E-4916-A571-ECB9417F01B6}" dt="2026-04-22T18:26:05.897" v="1338" actId="207"/>
        <pc:sldMkLst>
          <pc:docMk/>
          <pc:sldMk cId="2718016078" sldId="275"/>
        </pc:sldMkLst>
        <pc:spChg chg="mod">
          <ac:chgData name="Tanushka Sharma" userId="e75da8da4c67cfd8" providerId="LiveId" clId="{C0266BF2-E87E-4916-A571-ECB9417F01B6}" dt="2026-04-22T18:25:39.133" v="1334" actId="207"/>
          <ac:spMkLst>
            <pc:docMk/>
            <pc:sldMk cId="2718016078" sldId="275"/>
            <ac:spMk id="3" creationId="{60CFF57B-E65D-C1AD-FF21-934FB566BE73}"/>
          </ac:spMkLst>
        </pc:spChg>
        <pc:spChg chg="mod">
          <ac:chgData name="Tanushka Sharma" userId="e75da8da4c67cfd8" providerId="LiveId" clId="{C0266BF2-E87E-4916-A571-ECB9417F01B6}" dt="2026-04-22T18:26:05.897" v="1338" actId="207"/>
          <ac:spMkLst>
            <pc:docMk/>
            <pc:sldMk cId="2718016078" sldId="275"/>
            <ac:spMk id="5" creationId="{E58503F6-31B4-90F3-49ED-DDD0232F33B3}"/>
          </ac:spMkLst>
        </pc:spChg>
      </pc:sldChg>
      <pc:sldChg chg="modSp mod">
        <pc:chgData name="Tanushka Sharma" userId="e75da8da4c67cfd8" providerId="LiveId" clId="{C0266BF2-E87E-4916-A571-ECB9417F01B6}" dt="2026-04-22T18:27:41.925" v="1350" actId="20577"/>
        <pc:sldMkLst>
          <pc:docMk/>
          <pc:sldMk cId="459034722" sldId="276"/>
        </pc:sldMkLst>
        <pc:spChg chg="mod">
          <ac:chgData name="Tanushka Sharma" userId="e75da8da4c67cfd8" providerId="LiveId" clId="{C0266BF2-E87E-4916-A571-ECB9417F01B6}" dt="2026-04-22T18:27:41.925" v="1350" actId="20577"/>
          <ac:spMkLst>
            <pc:docMk/>
            <pc:sldMk cId="459034722" sldId="276"/>
            <ac:spMk id="3" creationId="{34C2DA97-16EE-9FDD-EC8C-2FC114BA7E26}"/>
          </ac:spMkLst>
        </pc:spChg>
        <pc:spChg chg="mod">
          <ac:chgData name="Tanushka Sharma" userId="e75da8da4c67cfd8" providerId="LiveId" clId="{C0266BF2-E87E-4916-A571-ECB9417F01B6}" dt="2026-04-22T18:26:42.610" v="1342" actId="207"/>
          <ac:spMkLst>
            <pc:docMk/>
            <pc:sldMk cId="459034722" sldId="276"/>
            <ac:spMk id="5" creationId="{6F8A04E2-4D68-DB7C-82B4-AE3022F82946}"/>
          </ac:spMkLst>
        </pc:spChg>
        <pc:spChg chg="mod">
          <ac:chgData name="Tanushka Sharma" userId="e75da8da4c67cfd8" providerId="LiveId" clId="{C0266BF2-E87E-4916-A571-ECB9417F01B6}" dt="2026-04-22T18:27:27.084" v="1348" actId="207"/>
          <ac:spMkLst>
            <pc:docMk/>
            <pc:sldMk cId="459034722" sldId="276"/>
            <ac:spMk id="7" creationId="{388B1797-3D80-A677-16C5-C45944D0D025}"/>
          </ac:spMkLst>
        </pc:spChg>
        <pc:spChg chg="mod">
          <ac:chgData name="Tanushka Sharma" userId="e75da8da4c67cfd8" providerId="LiveId" clId="{C0266BF2-E87E-4916-A571-ECB9417F01B6}" dt="2026-04-22T18:27:17.342" v="1347" actId="207"/>
          <ac:spMkLst>
            <pc:docMk/>
            <pc:sldMk cId="459034722" sldId="276"/>
            <ac:spMk id="14" creationId="{700C4822-583D-B685-F607-31F8B9939F9B}"/>
          </ac:spMkLst>
        </pc:spChg>
      </pc:sldChg>
      <pc:sldChg chg="modSp mod">
        <pc:chgData name="Tanushka Sharma" userId="e75da8da4c67cfd8" providerId="LiveId" clId="{C0266BF2-E87E-4916-A571-ECB9417F01B6}" dt="2026-04-22T18:30:19.172" v="1365" actId="207"/>
        <pc:sldMkLst>
          <pc:docMk/>
          <pc:sldMk cId="1591776959" sldId="277"/>
        </pc:sldMkLst>
        <pc:spChg chg="mod">
          <ac:chgData name="Tanushka Sharma" userId="e75da8da4c67cfd8" providerId="LiveId" clId="{C0266BF2-E87E-4916-A571-ECB9417F01B6}" dt="2026-04-22T18:30:09.180" v="1363" actId="207"/>
          <ac:spMkLst>
            <pc:docMk/>
            <pc:sldMk cId="1591776959" sldId="277"/>
            <ac:spMk id="3" creationId="{C7FCEB20-6BA4-8E52-92B6-657118B19CB6}"/>
          </ac:spMkLst>
        </pc:spChg>
        <pc:spChg chg="mod">
          <ac:chgData name="Tanushka Sharma" userId="e75da8da4c67cfd8" providerId="LiveId" clId="{C0266BF2-E87E-4916-A571-ECB9417F01B6}" dt="2026-04-22T18:30:14.679" v="1364" actId="207"/>
          <ac:spMkLst>
            <pc:docMk/>
            <pc:sldMk cId="1591776959" sldId="277"/>
            <ac:spMk id="5" creationId="{9E90CED7-7126-4A4E-E373-B09D38B85326}"/>
          </ac:spMkLst>
        </pc:spChg>
        <pc:spChg chg="mod">
          <ac:chgData name="Tanushka Sharma" userId="e75da8da4c67cfd8" providerId="LiveId" clId="{C0266BF2-E87E-4916-A571-ECB9417F01B6}" dt="2026-04-22T18:30:19.172" v="1365" actId="207"/>
          <ac:spMkLst>
            <pc:docMk/>
            <pc:sldMk cId="1591776959" sldId="277"/>
            <ac:spMk id="11" creationId="{92EACDB6-9C21-2A6E-4CBA-1D332316B134}"/>
          </ac:spMkLst>
        </pc:spChg>
      </pc:sldChg>
      <pc:sldChg chg="modSp mod">
        <pc:chgData name="Tanushka Sharma" userId="e75da8da4c67cfd8" providerId="LiveId" clId="{C0266BF2-E87E-4916-A571-ECB9417F01B6}" dt="2026-04-22T18:30:36.195" v="1367" actId="207"/>
        <pc:sldMkLst>
          <pc:docMk/>
          <pc:sldMk cId="3083265305" sldId="278"/>
        </pc:sldMkLst>
        <pc:spChg chg="mod">
          <ac:chgData name="Tanushka Sharma" userId="e75da8da4c67cfd8" providerId="LiveId" clId="{C0266BF2-E87E-4916-A571-ECB9417F01B6}" dt="2026-04-22T18:30:36.195" v="1367" actId="207"/>
          <ac:spMkLst>
            <pc:docMk/>
            <pc:sldMk cId="3083265305" sldId="278"/>
            <ac:spMk id="3" creationId="{B09B4011-C0D8-E278-7D64-35D3AE211E5D}"/>
          </ac:spMkLst>
        </pc:spChg>
        <pc:spChg chg="mod">
          <ac:chgData name="Tanushka Sharma" userId="e75da8da4c67cfd8" providerId="LiveId" clId="{C0266BF2-E87E-4916-A571-ECB9417F01B6}" dt="2026-04-22T18:30:31.611" v="1366" actId="207"/>
          <ac:spMkLst>
            <pc:docMk/>
            <pc:sldMk cId="3083265305" sldId="278"/>
            <ac:spMk id="5" creationId="{808E22D9-5BCE-3F0A-A925-6999BB27CDE1}"/>
          </ac:spMkLst>
        </pc:spChg>
      </pc:sldChg>
      <pc:sldChg chg="modSp mod">
        <pc:chgData name="Tanushka Sharma" userId="e75da8da4c67cfd8" providerId="LiveId" clId="{C0266BF2-E87E-4916-A571-ECB9417F01B6}" dt="2026-04-22T18:26:30.398" v="1341" actId="207"/>
        <pc:sldMkLst>
          <pc:docMk/>
          <pc:sldMk cId="101843396" sldId="279"/>
        </pc:sldMkLst>
        <pc:spChg chg="mod">
          <ac:chgData name="Tanushka Sharma" userId="e75da8da4c67cfd8" providerId="LiveId" clId="{C0266BF2-E87E-4916-A571-ECB9417F01B6}" dt="2026-04-22T18:26:30.398" v="1341" actId="207"/>
          <ac:spMkLst>
            <pc:docMk/>
            <pc:sldMk cId="101843396" sldId="279"/>
            <ac:spMk id="4" creationId="{8049F26D-929F-A456-B19B-2A0608E256BD}"/>
          </ac:spMkLst>
        </pc:spChg>
        <pc:spChg chg="mod">
          <ac:chgData name="Tanushka Sharma" userId="e75da8da4c67cfd8" providerId="LiveId" clId="{C0266BF2-E87E-4916-A571-ECB9417F01B6}" dt="2026-04-22T18:24:52.483" v="1328" actId="207"/>
          <ac:spMkLst>
            <pc:docMk/>
            <pc:sldMk cId="101843396" sldId="279"/>
            <ac:spMk id="6" creationId="{86CDB779-E02B-1E02-03FA-EB662B7CAB36}"/>
          </ac:spMkLst>
        </pc:spChg>
      </pc:sldChg>
      <pc:sldChg chg="modSp mod">
        <pc:chgData name="Tanushka Sharma" userId="e75da8da4c67cfd8" providerId="LiveId" clId="{C0266BF2-E87E-4916-A571-ECB9417F01B6}" dt="2026-04-22T18:25:14.451" v="1331" actId="207"/>
        <pc:sldMkLst>
          <pc:docMk/>
          <pc:sldMk cId="2695058869" sldId="280"/>
        </pc:sldMkLst>
        <pc:spChg chg="mod">
          <ac:chgData name="Tanushka Sharma" userId="e75da8da4c67cfd8" providerId="LiveId" clId="{C0266BF2-E87E-4916-A571-ECB9417F01B6}" dt="2026-04-22T18:25:14.451" v="1331" actId="207"/>
          <ac:spMkLst>
            <pc:docMk/>
            <pc:sldMk cId="2695058869" sldId="280"/>
            <ac:spMk id="3" creationId="{D22A8A80-85AA-EAB3-A1E1-7A079D43C2B3}"/>
          </ac:spMkLst>
        </pc:spChg>
      </pc:sldChg>
      <pc:sldChg chg="modSp mod">
        <pc:chgData name="Tanushka Sharma" userId="e75da8da4c67cfd8" providerId="LiveId" clId="{C0266BF2-E87E-4916-A571-ECB9417F01B6}" dt="2026-04-22T18:26:15.371" v="1339" actId="207"/>
        <pc:sldMkLst>
          <pc:docMk/>
          <pc:sldMk cId="544652083" sldId="281"/>
        </pc:sldMkLst>
        <pc:spChg chg="mod">
          <ac:chgData name="Tanushka Sharma" userId="e75da8da4c67cfd8" providerId="LiveId" clId="{C0266BF2-E87E-4916-A571-ECB9417F01B6}" dt="2026-04-22T18:25:25.145" v="1332" actId="207"/>
          <ac:spMkLst>
            <pc:docMk/>
            <pc:sldMk cId="544652083" sldId="281"/>
            <ac:spMk id="3" creationId="{05F12630-F7C1-953A-E451-D2A83B7C990F}"/>
          </ac:spMkLst>
        </pc:spChg>
        <pc:spChg chg="mod">
          <ac:chgData name="Tanushka Sharma" userId="e75da8da4c67cfd8" providerId="LiveId" clId="{C0266BF2-E87E-4916-A571-ECB9417F01B6}" dt="2026-04-22T18:26:15.371" v="1339" actId="207"/>
          <ac:spMkLst>
            <pc:docMk/>
            <pc:sldMk cId="544652083" sldId="281"/>
            <ac:spMk id="5" creationId="{80A2523B-3F1B-1456-0AAC-AEA02554E207}"/>
          </ac:spMkLst>
        </pc:spChg>
      </pc:sldChg>
      <pc:sldChg chg="modSp mod setBg">
        <pc:chgData name="Tanushka Sharma" userId="e75da8da4c67cfd8" providerId="LiveId" clId="{C0266BF2-E87E-4916-A571-ECB9417F01B6}" dt="2026-04-22T17:04:02.850" v="971" actId="20577"/>
        <pc:sldMkLst>
          <pc:docMk/>
          <pc:sldMk cId="2166914036" sldId="283"/>
        </pc:sldMkLst>
        <pc:spChg chg="mod">
          <ac:chgData name="Tanushka Sharma" userId="e75da8da4c67cfd8" providerId="LiveId" clId="{C0266BF2-E87E-4916-A571-ECB9417F01B6}" dt="2026-04-22T17:04:02.850" v="971" actId="20577"/>
          <ac:spMkLst>
            <pc:docMk/>
            <pc:sldMk cId="2166914036" sldId="283"/>
            <ac:spMk id="5" creationId="{9C0B8655-22C1-02FA-1D2A-FBB3796DE2D0}"/>
          </ac:spMkLst>
        </pc:spChg>
      </pc:sldChg>
      <pc:sldChg chg="addSp delSp modSp new mod">
        <pc:chgData name="Tanushka Sharma" userId="e75da8da4c67cfd8" providerId="LiveId" clId="{C0266BF2-E87E-4916-A571-ECB9417F01B6}" dt="2026-04-22T18:31:14.339" v="1371" actId="207"/>
        <pc:sldMkLst>
          <pc:docMk/>
          <pc:sldMk cId="4169261764" sldId="284"/>
        </pc:sldMkLst>
        <pc:spChg chg="add mod">
          <ac:chgData name="Tanushka Sharma" userId="e75da8da4c67cfd8" providerId="LiveId" clId="{C0266BF2-E87E-4916-A571-ECB9417F01B6}" dt="2026-04-22T18:31:01" v="1369" actId="207"/>
          <ac:spMkLst>
            <pc:docMk/>
            <pc:sldMk cId="4169261764" sldId="284"/>
            <ac:spMk id="3" creationId="{CA4FEAC0-7393-5E29-D69E-ADDBDA7C987D}"/>
          </ac:spMkLst>
        </pc:spChg>
        <pc:spChg chg="add mod">
          <ac:chgData name="Tanushka Sharma" userId="e75da8da4c67cfd8" providerId="LiveId" clId="{C0266BF2-E87E-4916-A571-ECB9417F01B6}" dt="2026-04-22T18:31:14.339" v="1371" actId="207"/>
          <ac:spMkLst>
            <pc:docMk/>
            <pc:sldMk cId="4169261764" sldId="284"/>
            <ac:spMk id="4" creationId="{537E97E4-2DF4-1410-5636-28838D2315E9}"/>
          </ac:spMkLst>
        </pc:spChg>
        <pc:spChg chg="add mod">
          <ac:chgData name="Tanushka Sharma" userId="e75da8da4c67cfd8" providerId="LiveId" clId="{C0266BF2-E87E-4916-A571-ECB9417F01B6}" dt="2026-04-22T16:31:02.857" v="755" actId="20577"/>
          <ac:spMkLst>
            <pc:docMk/>
            <pc:sldMk cId="4169261764" sldId="284"/>
            <ac:spMk id="7" creationId="{BEC0F138-E7BD-877C-6C93-EF6A654DCFC5}"/>
          </ac:spMkLst>
        </pc:spChg>
        <pc:picChg chg="add mod">
          <ac:chgData name="Tanushka Sharma" userId="e75da8da4c67cfd8" providerId="LiveId" clId="{C0266BF2-E87E-4916-A571-ECB9417F01B6}" dt="2026-04-22T15:56:33.698" v="612" actId="1076"/>
          <ac:picMkLst>
            <pc:docMk/>
            <pc:sldMk cId="4169261764" sldId="284"/>
            <ac:picMk id="5" creationId="{212C3EF8-44D9-C133-E778-16BB9EEE0D11}"/>
          </ac:picMkLst>
        </pc:picChg>
      </pc:sldChg>
      <pc:sldChg chg="addSp delSp modSp new mod">
        <pc:chgData name="Tanushka Sharma" userId="e75da8da4c67cfd8" providerId="LiveId" clId="{C0266BF2-E87E-4916-A571-ECB9417F01B6}" dt="2026-04-22T18:32:05.313" v="1376" actId="207"/>
        <pc:sldMkLst>
          <pc:docMk/>
          <pc:sldMk cId="3398555386" sldId="285"/>
        </pc:sldMkLst>
        <pc:spChg chg="add mod">
          <ac:chgData name="Tanushka Sharma" userId="e75da8da4c67cfd8" providerId="LiveId" clId="{C0266BF2-E87E-4916-A571-ECB9417F01B6}" dt="2026-04-22T16:34:01.391" v="820" actId="207"/>
          <ac:spMkLst>
            <pc:docMk/>
            <pc:sldMk cId="3398555386" sldId="285"/>
            <ac:spMk id="4" creationId="{E46B7DF9-41F8-E8D2-6C92-B49D3824F6C9}"/>
          </ac:spMkLst>
        </pc:spChg>
        <pc:spChg chg="add mod">
          <ac:chgData name="Tanushka Sharma" userId="e75da8da4c67cfd8" providerId="LiveId" clId="{C0266BF2-E87E-4916-A571-ECB9417F01B6}" dt="2026-04-22T16:46:35.696" v="965" actId="20577"/>
          <ac:spMkLst>
            <pc:docMk/>
            <pc:sldMk cId="3398555386" sldId="285"/>
            <ac:spMk id="6" creationId="{CF82A542-79E1-545D-A3D3-ACCBCA610C84}"/>
          </ac:spMkLst>
        </pc:spChg>
        <pc:spChg chg="add mod">
          <ac:chgData name="Tanushka Sharma" userId="e75da8da4c67cfd8" providerId="LiveId" clId="{C0266BF2-E87E-4916-A571-ECB9417F01B6}" dt="2026-04-22T16:34:54.517" v="846" actId="20577"/>
          <ac:spMkLst>
            <pc:docMk/>
            <pc:sldMk cId="3398555386" sldId="285"/>
            <ac:spMk id="8" creationId="{3356EC4D-3250-D0C7-1F4F-D05B82A7AD02}"/>
          </ac:spMkLst>
        </pc:spChg>
        <pc:spChg chg="add mod">
          <ac:chgData name="Tanushka Sharma" userId="e75da8da4c67cfd8" providerId="LiveId" clId="{C0266BF2-E87E-4916-A571-ECB9417F01B6}" dt="2026-04-22T18:31:58.799" v="1375" actId="207"/>
          <ac:spMkLst>
            <pc:docMk/>
            <pc:sldMk cId="3398555386" sldId="285"/>
            <ac:spMk id="10" creationId="{E15F0679-2C17-79A8-F98F-C156876F9636}"/>
          </ac:spMkLst>
        </pc:spChg>
        <pc:spChg chg="add mod">
          <ac:chgData name="Tanushka Sharma" userId="e75da8da4c67cfd8" providerId="LiveId" clId="{C0266BF2-E87E-4916-A571-ECB9417F01B6}" dt="2026-04-22T18:32:05.313" v="1376" actId="207"/>
          <ac:spMkLst>
            <pc:docMk/>
            <pc:sldMk cId="3398555386" sldId="285"/>
            <ac:spMk id="12" creationId="{0AEF4E7F-20C2-779E-9797-9689A7ED25B4}"/>
          </ac:spMkLst>
        </pc:spChg>
        <pc:picChg chg="add mod">
          <ac:chgData name="Tanushka Sharma" userId="e75da8da4c67cfd8" providerId="LiveId" clId="{C0266BF2-E87E-4916-A571-ECB9417F01B6}" dt="2026-04-22T15:25:15.743" v="177" actId="1076"/>
          <ac:picMkLst>
            <pc:docMk/>
            <pc:sldMk cId="3398555386" sldId="285"/>
            <ac:picMk id="3" creationId="{8532B469-9E7F-E213-04B5-8D7419C35459}"/>
          </ac:picMkLst>
        </pc:picChg>
        <pc:picChg chg="add mod">
          <ac:chgData name="Tanushka Sharma" userId="e75da8da4c67cfd8" providerId="LiveId" clId="{C0266BF2-E87E-4916-A571-ECB9417F01B6}" dt="2026-04-22T15:25:19.890" v="179" actId="1076"/>
          <ac:picMkLst>
            <pc:docMk/>
            <pc:sldMk cId="3398555386" sldId="285"/>
            <ac:picMk id="13" creationId="{BCFD59C5-30F4-9BDC-6025-3D28F868EFCF}"/>
          </ac:picMkLst>
        </pc:picChg>
        <pc:picChg chg="add mod">
          <ac:chgData name="Tanushka Sharma" userId="e75da8da4c67cfd8" providerId="LiveId" clId="{C0266BF2-E87E-4916-A571-ECB9417F01B6}" dt="2026-04-22T15:29:36.170" v="239" actId="1076"/>
          <ac:picMkLst>
            <pc:docMk/>
            <pc:sldMk cId="3398555386" sldId="285"/>
            <ac:picMk id="15" creationId="{8E158CE5-E53D-BD6B-3B68-533F889FE6F7}"/>
          </ac:picMkLst>
        </pc:picChg>
      </pc:sldChg>
      <pc:sldChg chg="addSp modSp new mod">
        <pc:chgData name="Tanushka Sharma" userId="e75da8da4c67cfd8" providerId="LiveId" clId="{C0266BF2-E87E-4916-A571-ECB9417F01B6}" dt="2026-04-22T16:46:27.210" v="961" actId="20577"/>
        <pc:sldMkLst>
          <pc:docMk/>
          <pc:sldMk cId="617973399" sldId="286"/>
        </pc:sldMkLst>
        <pc:spChg chg="add mod">
          <ac:chgData name="Tanushka Sharma" userId="e75da8da4c67cfd8" providerId="LiveId" clId="{C0266BF2-E87E-4916-A571-ECB9417F01B6}" dt="2026-04-22T16:34:19.408" v="827" actId="207"/>
          <ac:spMkLst>
            <pc:docMk/>
            <pc:sldMk cId="617973399" sldId="286"/>
            <ac:spMk id="4" creationId="{BE1A5745-3BA0-D582-9980-7C37817099C1}"/>
          </ac:spMkLst>
        </pc:spChg>
        <pc:spChg chg="add mod">
          <ac:chgData name="Tanushka Sharma" userId="e75da8da4c67cfd8" providerId="LiveId" clId="{C0266BF2-E87E-4916-A571-ECB9417F01B6}" dt="2026-04-22T16:46:27.210" v="961" actId="20577"/>
          <ac:spMkLst>
            <pc:docMk/>
            <pc:sldMk cId="617973399" sldId="286"/>
            <ac:spMk id="8" creationId="{B617BA0F-037B-412A-1B22-45F05783EDD1}"/>
          </ac:spMkLst>
        </pc:spChg>
        <pc:spChg chg="add mod">
          <ac:chgData name="Tanushka Sharma" userId="e75da8da4c67cfd8" providerId="LiveId" clId="{C0266BF2-E87E-4916-A571-ECB9417F01B6}" dt="2026-04-22T16:34:03.019" v="822" actId="207"/>
          <ac:spMkLst>
            <pc:docMk/>
            <pc:sldMk cId="617973399" sldId="286"/>
            <ac:spMk id="10" creationId="{248D5FEC-D580-1A22-A5C3-0765D40A4065}"/>
          </ac:spMkLst>
        </pc:spChg>
        <pc:spChg chg="add mod">
          <ac:chgData name="Tanushka Sharma" userId="e75da8da4c67cfd8" providerId="LiveId" clId="{C0266BF2-E87E-4916-A571-ECB9417F01B6}" dt="2026-04-22T15:48:03.157" v="546" actId="2711"/>
          <ac:spMkLst>
            <pc:docMk/>
            <pc:sldMk cId="617973399" sldId="286"/>
            <ac:spMk id="12" creationId="{02AF37CB-4D14-326B-E7FE-EAB590D2A142}"/>
          </ac:spMkLst>
        </pc:spChg>
        <pc:spChg chg="add mod">
          <ac:chgData name="Tanushka Sharma" userId="e75da8da4c67cfd8" providerId="LiveId" clId="{C0266BF2-E87E-4916-A571-ECB9417F01B6}" dt="2026-04-22T16:34:46.876" v="844" actId="1076"/>
          <ac:spMkLst>
            <pc:docMk/>
            <pc:sldMk cId="617973399" sldId="286"/>
            <ac:spMk id="14" creationId="{A6B3333E-E85F-36B4-46E6-989D93C277BF}"/>
          </ac:spMkLst>
        </pc:spChg>
        <pc:picChg chg="add mod">
          <ac:chgData name="Tanushka Sharma" userId="e75da8da4c67cfd8" providerId="LiveId" clId="{C0266BF2-E87E-4916-A571-ECB9417F01B6}" dt="2026-04-22T15:25:03.303" v="174" actId="1076"/>
          <ac:picMkLst>
            <pc:docMk/>
            <pc:sldMk cId="617973399" sldId="286"/>
            <ac:picMk id="3" creationId="{55CE893C-98E6-C73D-4E84-0C88BB0F3F6D}"/>
          </ac:picMkLst>
        </pc:picChg>
        <pc:picChg chg="add mod">
          <ac:chgData name="Tanushka Sharma" userId="e75da8da4c67cfd8" providerId="LiveId" clId="{C0266BF2-E87E-4916-A571-ECB9417F01B6}" dt="2026-04-22T15:25:06.543" v="175" actId="1076"/>
          <ac:picMkLst>
            <pc:docMk/>
            <pc:sldMk cId="617973399" sldId="286"/>
            <ac:picMk id="5" creationId="{6085F206-F93D-070D-23AE-925A574EE97A}"/>
          </ac:picMkLst>
        </pc:picChg>
        <pc:picChg chg="add mod">
          <ac:chgData name="Tanushka Sharma" userId="e75da8da4c67cfd8" providerId="LiveId" clId="{C0266BF2-E87E-4916-A571-ECB9417F01B6}" dt="2026-04-22T15:25:10.310" v="176" actId="1076"/>
          <ac:picMkLst>
            <pc:docMk/>
            <pc:sldMk cId="617973399" sldId="286"/>
            <ac:picMk id="7" creationId="{09860D23-657A-FB09-36F1-66AC40751397}"/>
          </ac:picMkLst>
        </pc:picChg>
      </pc:sldChg>
      <pc:sldChg chg="addSp modSp new mod">
        <pc:chgData name="Tanushka Sharma" userId="e75da8da4c67cfd8" providerId="LiveId" clId="{C0266BF2-E87E-4916-A571-ECB9417F01B6}" dt="2026-04-22T18:32:24.604" v="1378" actId="207"/>
        <pc:sldMkLst>
          <pc:docMk/>
          <pc:sldMk cId="2785325932" sldId="287"/>
        </pc:sldMkLst>
        <pc:spChg chg="add mod">
          <ac:chgData name="Tanushka Sharma" userId="e75da8da4c67cfd8" providerId="LiveId" clId="{C0266BF2-E87E-4916-A571-ECB9417F01B6}" dt="2026-04-22T16:46:11.524" v="957" actId="20577"/>
          <ac:spMkLst>
            <pc:docMk/>
            <pc:sldMk cId="2785325932" sldId="287"/>
            <ac:spMk id="4" creationId="{B2FDA3F1-04A3-5247-AC26-B9257C7BD6EE}"/>
          </ac:spMkLst>
        </pc:spChg>
        <pc:spChg chg="add mod">
          <ac:chgData name="Tanushka Sharma" userId="e75da8da4c67cfd8" providerId="LiveId" clId="{C0266BF2-E87E-4916-A571-ECB9417F01B6}" dt="2026-04-22T16:33:59.392" v="818" actId="207"/>
          <ac:spMkLst>
            <pc:docMk/>
            <pc:sldMk cId="2785325932" sldId="287"/>
            <ac:spMk id="8" creationId="{3F78D515-BB2F-5E3F-4B3F-AEF79E15CFA1}"/>
          </ac:spMkLst>
        </pc:spChg>
        <pc:spChg chg="add mod">
          <ac:chgData name="Tanushka Sharma" userId="e75da8da4c67cfd8" providerId="LiveId" clId="{C0266BF2-E87E-4916-A571-ECB9417F01B6}" dt="2026-04-22T16:34:32.073" v="832" actId="20577"/>
          <ac:spMkLst>
            <pc:docMk/>
            <pc:sldMk cId="2785325932" sldId="287"/>
            <ac:spMk id="10" creationId="{F0CFC61E-EC65-ABB7-2262-9828D1DF244A}"/>
          </ac:spMkLst>
        </pc:spChg>
        <pc:spChg chg="add mod">
          <ac:chgData name="Tanushka Sharma" userId="e75da8da4c67cfd8" providerId="LiveId" clId="{C0266BF2-E87E-4916-A571-ECB9417F01B6}" dt="2026-04-22T18:32:24.604" v="1378" actId="207"/>
          <ac:spMkLst>
            <pc:docMk/>
            <pc:sldMk cId="2785325932" sldId="287"/>
            <ac:spMk id="12" creationId="{C1CCAE13-A72E-B3F4-9402-DB83C86CDC2A}"/>
          </ac:spMkLst>
        </pc:spChg>
        <pc:spChg chg="add mod">
          <ac:chgData name="Tanushka Sharma" userId="e75da8da4c67cfd8" providerId="LiveId" clId="{C0266BF2-E87E-4916-A571-ECB9417F01B6}" dt="2026-04-22T18:32:16.438" v="1377" actId="207"/>
          <ac:spMkLst>
            <pc:docMk/>
            <pc:sldMk cId="2785325932" sldId="287"/>
            <ac:spMk id="14" creationId="{2F89E564-F4FE-3F90-593E-F479306A850B}"/>
          </ac:spMkLst>
        </pc:spChg>
        <pc:picChg chg="add mod">
          <ac:chgData name="Tanushka Sharma" userId="e75da8da4c67cfd8" providerId="LiveId" clId="{C0266BF2-E87E-4916-A571-ECB9417F01B6}" dt="2026-04-22T15:25:26.107" v="180" actId="1076"/>
          <ac:picMkLst>
            <pc:docMk/>
            <pc:sldMk cId="2785325932" sldId="287"/>
            <ac:picMk id="3" creationId="{75A819B2-90EC-9ECD-FE1C-50482B00AFD5}"/>
          </ac:picMkLst>
        </pc:picChg>
        <pc:picChg chg="add mod">
          <ac:chgData name="Tanushka Sharma" userId="e75da8da4c67cfd8" providerId="LiveId" clId="{C0266BF2-E87E-4916-A571-ECB9417F01B6}" dt="2026-04-22T15:27:38.924" v="204" actId="1076"/>
          <ac:picMkLst>
            <pc:docMk/>
            <pc:sldMk cId="2785325932" sldId="287"/>
            <ac:picMk id="5" creationId="{C1801CD9-F2ED-655E-2DF0-02C2FF2B7AB1}"/>
          </ac:picMkLst>
        </pc:picChg>
        <pc:picChg chg="add mod">
          <ac:chgData name="Tanushka Sharma" userId="e75da8da4c67cfd8" providerId="LiveId" clId="{C0266BF2-E87E-4916-A571-ECB9417F01B6}" dt="2026-04-22T15:25:32.803" v="182" actId="1076"/>
          <ac:picMkLst>
            <pc:docMk/>
            <pc:sldMk cId="2785325932" sldId="287"/>
            <ac:picMk id="7" creationId="{EC344C72-A7AE-9A21-E460-978234140D07}"/>
          </ac:picMkLst>
        </pc:picChg>
      </pc:sldChg>
      <pc:sldChg chg="addSp modSp new mod">
        <pc:chgData name="Tanushka Sharma" userId="e75da8da4c67cfd8" providerId="LiveId" clId="{C0266BF2-E87E-4916-A571-ECB9417F01B6}" dt="2026-04-22T18:31:47.181" v="1374" actId="207"/>
        <pc:sldMkLst>
          <pc:docMk/>
          <pc:sldMk cId="2965924452" sldId="288"/>
        </pc:sldMkLst>
        <pc:spChg chg="add mod">
          <ac:chgData name="Tanushka Sharma" userId="e75da8da4c67cfd8" providerId="LiveId" clId="{C0266BF2-E87E-4916-A571-ECB9417F01B6}" dt="2026-04-22T18:31:36.718" v="1373" actId="207"/>
          <ac:spMkLst>
            <pc:docMk/>
            <pc:sldMk cId="2965924452" sldId="288"/>
            <ac:spMk id="3" creationId="{06484E98-0364-3C5C-42FF-ACC5867CFFDF}"/>
          </ac:spMkLst>
        </pc:spChg>
        <pc:spChg chg="add mod">
          <ac:chgData name="Tanushka Sharma" userId="e75da8da4c67cfd8" providerId="LiveId" clId="{C0266BF2-E87E-4916-A571-ECB9417F01B6}" dt="2026-04-22T18:31:47.181" v="1374" actId="207"/>
          <ac:spMkLst>
            <pc:docMk/>
            <pc:sldMk cId="2965924452" sldId="288"/>
            <ac:spMk id="5" creationId="{110AC97E-02CA-3ECE-2E2F-D5D4E871BD6D}"/>
          </ac:spMkLst>
        </pc:spChg>
        <pc:spChg chg="add mod">
          <ac:chgData name="Tanushka Sharma" userId="e75da8da4c67cfd8" providerId="LiveId" clId="{C0266BF2-E87E-4916-A571-ECB9417F01B6}" dt="2026-04-22T16:02:47.282" v="662" actId="1076"/>
          <ac:spMkLst>
            <pc:docMk/>
            <pc:sldMk cId="2965924452" sldId="288"/>
            <ac:spMk id="8" creationId="{9CC341E8-7C1E-11E0-1617-3626D3E36F64}"/>
          </ac:spMkLst>
        </pc:spChg>
        <pc:picChg chg="add mod">
          <ac:chgData name="Tanushka Sharma" userId="e75da8da4c67cfd8" providerId="LiveId" clId="{C0266BF2-E87E-4916-A571-ECB9417F01B6}" dt="2026-04-22T16:01:42.977" v="656" actId="14100"/>
          <ac:picMkLst>
            <pc:docMk/>
            <pc:sldMk cId="2965924452" sldId="288"/>
            <ac:picMk id="6" creationId="{583F5B8F-B2A6-176C-5BBD-638D4EBA8C1B}"/>
          </ac:picMkLst>
        </pc:picChg>
      </pc:sldChg>
      <pc:sldChg chg="addSp modSp new mod">
        <pc:chgData name="Tanushka Sharma" userId="e75da8da4c67cfd8" providerId="LiveId" clId="{C0266BF2-E87E-4916-A571-ECB9417F01B6}" dt="2026-04-22T18:32:50.591" v="1381" actId="207"/>
        <pc:sldMkLst>
          <pc:docMk/>
          <pc:sldMk cId="591763177" sldId="289"/>
        </pc:sldMkLst>
        <pc:spChg chg="add mod">
          <ac:chgData name="Tanushka Sharma" userId="e75da8da4c67cfd8" providerId="LiveId" clId="{C0266BF2-E87E-4916-A571-ECB9417F01B6}" dt="2026-04-22T18:32:40.464" v="1379" actId="207"/>
          <ac:spMkLst>
            <pc:docMk/>
            <pc:sldMk cId="591763177" sldId="289"/>
            <ac:spMk id="3" creationId="{DB329581-D034-489C-C79B-41251BD5341B}"/>
          </ac:spMkLst>
        </pc:spChg>
        <pc:spChg chg="add mod">
          <ac:chgData name="Tanushka Sharma" userId="e75da8da4c67cfd8" providerId="LiveId" clId="{C0266BF2-E87E-4916-A571-ECB9417F01B6}" dt="2026-04-22T18:32:50.591" v="1381" actId="207"/>
          <ac:spMkLst>
            <pc:docMk/>
            <pc:sldMk cId="591763177" sldId="289"/>
            <ac:spMk id="5" creationId="{A2C1ABDF-4F0B-D99D-1060-911C9BE14462}"/>
          </ac:spMkLst>
        </pc:spChg>
        <pc:spChg chg="add mod">
          <ac:chgData name="Tanushka Sharma" userId="e75da8da4c67cfd8" providerId="LiveId" clId="{C0266BF2-E87E-4916-A571-ECB9417F01B6}" dt="2026-04-22T18:32:45.730" v="1380" actId="207"/>
          <ac:spMkLst>
            <pc:docMk/>
            <pc:sldMk cId="591763177" sldId="289"/>
            <ac:spMk id="8" creationId="{03A3AE2A-AB19-3479-DA38-D455FB51CBF2}"/>
          </ac:spMkLst>
        </pc:spChg>
        <pc:picChg chg="add mod">
          <ac:chgData name="Tanushka Sharma" userId="e75da8da4c67cfd8" providerId="LiveId" clId="{C0266BF2-E87E-4916-A571-ECB9417F01B6}" dt="2026-04-22T16:08:14.877" v="681" actId="14100"/>
          <ac:picMkLst>
            <pc:docMk/>
            <pc:sldMk cId="591763177" sldId="289"/>
            <ac:picMk id="6" creationId="{5902154B-BB35-462D-5913-E31796B7FC4E}"/>
          </ac:picMkLst>
        </pc:picChg>
      </pc:sldChg>
      <pc:sldChg chg="addSp delSp modSp new mod">
        <pc:chgData name="Tanushka Sharma" userId="e75da8da4c67cfd8" providerId="LiveId" clId="{C0266BF2-E87E-4916-A571-ECB9417F01B6}" dt="2026-04-22T18:32:58.546" v="1382" actId="207"/>
        <pc:sldMkLst>
          <pc:docMk/>
          <pc:sldMk cId="2995608621" sldId="290"/>
        </pc:sldMkLst>
        <pc:spChg chg="add del mod">
          <ac:chgData name="Tanushka Sharma" userId="e75da8da4c67cfd8" providerId="LiveId" clId="{C0266BF2-E87E-4916-A571-ECB9417F01B6}" dt="2026-04-22T16:12:49.771" v="716"/>
          <ac:spMkLst>
            <pc:docMk/>
            <pc:sldMk cId="2995608621" sldId="290"/>
            <ac:spMk id="3" creationId="{3976E4C4-6508-0E56-806A-AD8903E64AA7}"/>
          </ac:spMkLst>
        </pc:spChg>
        <pc:spChg chg="add mod">
          <ac:chgData name="Tanushka Sharma" userId="e75da8da4c67cfd8" providerId="LiveId" clId="{C0266BF2-E87E-4916-A571-ECB9417F01B6}" dt="2026-04-22T18:32:58.546" v="1382" actId="207"/>
          <ac:spMkLst>
            <pc:docMk/>
            <pc:sldMk cId="2995608621" sldId="290"/>
            <ac:spMk id="5" creationId="{D138F893-8B95-148D-1E28-417C9A15B036}"/>
          </ac:spMkLst>
        </pc:spChg>
      </pc:sldChg>
      <pc:sldChg chg="addSp modSp new mod modShow">
        <pc:chgData name="Tanushka Sharma" userId="e75da8da4c67cfd8" providerId="LiveId" clId="{C0266BF2-E87E-4916-A571-ECB9417F01B6}" dt="2026-04-22T18:23:36.170" v="1325" actId="729"/>
        <pc:sldMkLst>
          <pc:docMk/>
          <pc:sldMk cId="1249603496" sldId="291"/>
        </pc:sldMkLst>
        <pc:spChg chg="add mod">
          <ac:chgData name="Tanushka Sharma" userId="e75da8da4c67cfd8" providerId="LiveId" clId="{C0266BF2-E87E-4916-A571-ECB9417F01B6}" dt="2026-04-22T18:21:24.424" v="1318" actId="1076"/>
          <ac:spMkLst>
            <pc:docMk/>
            <pc:sldMk cId="1249603496" sldId="291"/>
            <ac:spMk id="7" creationId="{8CA14583-2E3C-3D5B-292A-FD98BC5FB486}"/>
          </ac:spMkLst>
        </pc:spChg>
        <pc:spChg chg="add mod">
          <ac:chgData name="Tanushka Sharma" userId="e75da8da4c67cfd8" providerId="LiveId" clId="{C0266BF2-E87E-4916-A571-ECB9417F01B6}" dt="2026-04-22T18:21:31.813" v="1320" actId="1076"/>
          <ac:spMkLst>
            <pc:docMk/>
            <pc:sldMk cId="1249603496" sldId="291"/>
            <ac:spMk id="9" creationId="{1D7872E0-F8B3-0358-1FB9-D8442AFE699A}"/>
          </ac:spMkLst>
        </pc:spChg>
        <pc:spChg chg="add mod">
          <ac:chgData name="Tanushka Sharma" userId="e75da8da4c67cfd8" providerId="LiveId" clId="{C0266BF2-E87E-4916-A571-ECB9417F01B6}" dt="2026-04-22T18:21:28.775" v="1319" actId="1076"/>
          <ac:spMkLst>
            <pc:docMk/>
            <pc:sldMk cId="1249603496" sldId="291"/>
            <ac:spMk id="11" creationId="{F9B6B7B2-D05F-88F7-E4CC-2C268B2B8D4A}"/>
          </ac:spMkLst>
        </pc:spChg>
        <pc:spChg chg="add mod">
          <ac:chgData name="Tanushka Sharma" userId="e75da8da4c67cfd8" providerId="LiveId" clId="{C0266BF2-E87E-4916-A571-ECB9417F01B6}" dt="2026-04-22T18:19:06.157" v="1281" actId="1076"/>
          <ac:spMkLst>
            <pc:docMk/>
            <pc:sldMk cId="1249603496" sldId="291"/>
            <ac:spMk id="23" creationId="{09E2F82A-86A5-D144-41DD-2947619B8883}"/>
          </ac:spMkLst>
        </pc:spChg>
        <pc:spChg chg="add mod">
          <ac:chgData name="Tanushka Sharma" userId="e75da8da4c67cfd8" providerId="LiveId" clId="{C0266BF2-E87E-4916-A571-ECB9417F01B6}" dt="2026-04-22T18:19:45.839" v="1286" actId="1076"/>
          <ac:spMkLst>
            <pc:docMk/>
            <pc:sldMk cId="1249603496" sldId="291"/>
            <ac:spMk id="25" creationId="{0E4D26FC-2BC6-E316-7B63-361DF1D45169}"/>
          </ac:spMkLst>
        </pc:spChg>
        <pc:spChg chg="add mod">
          <ac:chgData name="Tanushka Sharma" userId="e75da8da4c67cfd8" providerId="LiveId" clId="{C0266BF2-E87E-4916-A571-ECB9417F01B6}" dt="2026-04-22T18:20:36.278" v="1312" actId="14100"/>
          <ac:spMkLst>
            <pc:docMk/>
            <pc:sldMk cId="1249603496" sldId="291"/>
            <ac:spMk id="27" creationId="{9907B1A4-0FA1-DFAC-A288-F8C7444D86FE}"/>
          </ac:spMkLst>
        </pc:spChg>
        <pc:spChg chg="add mod">
          <ac:chgData name="Tanushka Sharma" userId="e75da8da4c67cfd8" providerId="LiveId" clId="{C0266BF2-E87E-4916-A571-ECB9417F01B6}" dt="2026-04-22T18:21:16.768" v="1317" actId="1076"/>
          <ac:spMkLst>
            <pc:docMk/>
            <pc:sldMk cId="1249603496" sldId="291"/>
            <ac:spMk id="29" creationId="{95028C44-0E44-B311-3067-36078F09C39D}"/>
          </ac:spMkLst>
        </pc:spChg>
        <pc:picChg chg="add mod">
          <ac:chgData name="Tanushka Sharma" userId="e75da8da4c67cfd8" providerId="LiveId" clId="{C0266BF2-E87E-4916-A571-ECB9417F01B6}" dt="2026-04-22T18:09:57.167" v="1204" actId="1076"/>
          <ac:picMkLst>
            <pc:docMk/>
            <pc:sldMk cId="1249603496" sldId="291"/>
            <ac:picMk id="3" creationId="{7AF689E5-FC23-2B23-8744-2AEE2DAC10B7}"/>
          </ac:picMkLst>
        </pc:picChg>
        <pc:picChg chg="add mod">
          <ac:chgData name="Tanushka Sharma" userId="e75da8da4c67cfd8" providerId="LiveId" clId="{C0266BF2-E87E-4916-A571-ECB9417F01B6}" dt="2026-04-22T18:10:38.180" v="1245" actId="1076"/>
          <ac:picMkLst>
            <pc:docMk/>
            <pc:sldMk cId="1249603496" sldId="291"/>
            <ac:picMk id="5" creationId="{B1F219A5-CB47-AE60-37CD-D37DF18352C0}"/>
          </ac:picMkLst>
        </pc:picChg>
        <pc:picChg chg="add mod">
          <ac:chgData name="Tanushka Sharma" userId="e75da8da4c67cfd8" providerId="LiveId" clId="{C0266BF2-E87E-4916-A571-ECB9417F01B6}" dt="2026-04-22T18:19:01.729" v="1280" actId="1076"/>
          <ac:picMkLst>
            <pc:docMk/>
            <pc:sldMk cId="1249603496" sldId="291"/>
            <ac:picMk id="13" creationId="{85A7236B-2C5C-3A54-5E28-85AD40C6706E}"/>
          </ac:picMkLst>
        </pc:picChg>
        <pc:picChg chg="add mod">
          <ac:chgData name="Tanushka Sharma" userId="e75da8da4c67cfd8" providerId="LiveId" clId="{C0266BF2-E87E-4916-A571-ECB9417F01B6}" dt="2026-04-22T18:18:59.420" v="1279" actId="1076"/>
          <ac:picMkLst>
            <pc:docMk/>
            <pc:sldMk cId="1249603496" sldId="291"/>
            <ac:picMk id="15" creationId="{7E044F5B-9E2B-3BD7-0A91-496598823A6B}"/>
          </ac:picMkLst>
        </pc:picChg>
        <pc:picChg chg="add mod">
          <ac:chgData name="Tanushka Sharma" userId="e75da8da4c67cfd8" providerId="LiveId" clId="{C0266BF2-E87E-4916-A571-ECB9417F01B6}" dt="2026-04-22T18:19:54.724" v="1287" actId="1076"/>
          <ac:picMkLst>
            <pc:docMk/>
            <pc:sldMk cId="1249603496" sldId="291"/>
            <ac:picMk id="17" creationId="{F6908000-90EA-FC02-D44C-91209C00837E}"/>
          </ac:picMkLst>
        </pc:picChg>
        <pc:picChg chg="add mod">
          <ac:chgData name="Tanushka Sharma" userId="e75da8da4c67cfd8" providerId="LiveId" clId="{C0266BF2-E87E-4916-A571-ECB9417F01B6}" dt="2026-04-22T18:18:56.443" v="1278" actId="1076"/>
          <ac:picMkLst>
            <pc:docMk/>
            <pc:sldMk cId="1249603496" sldId="291"/>
            <ac:picMk id="19" creationId="{635CA8FB-3FD3-4FAC-0A95-40E2705B6B22}"/>
          </ac:picMkLst>
        </pc:picChg>
        <pc:picChg chg="add mod">
          <ac:chgData name="Tanushka Sharma" userId="e75da8da4c67cfd8" providerId="LiveId" clId="{C0266BF2-E87E-4916-A571-ECB9417F01B6}" dt="2026-04-22T18:18:53.551" v="1277" actId="1076"/>
          <ac:picMkLst>
            <pc:docMk/>
            <pc:sldMk cId="1249603496" sldId="291"/>
            <ac:picMk id="21" creationId="{3A15A6E5-C9A9-5E0C-B3A2-048E012BEDE1}"/>
          </ac:picMkLst>
        </pc:picChg>
      </pc:sldChg>
      <pc:sldChg chg="addSp modSp new del mod">
        <pc:chgData name="Tanushka Sharma" userId="e75da8da4c67cfd8" providerId="LiveId" clId="{C0266BF2-E87E-4916-A571-ECB9417F01B6}" dt="2026-04-22T16:43:24.896" v="899" actId="47"/>
        <pc:sldMkLst>
          <pc:docMk/>
          <pc:sldMk cId="3624645265" sldId="291"/>
        </pc:sldMkLst>
        <pc:spChg chg="add mod">
          <ac:chgData name="Tanushka Sharma" userId="e75da8da4c67cfd8" providerId="LiveId" clId="{C0266BF2-E87E-4916-A571-ECB9417F01B6}" dt="2026-04-22T16:42:55.006" v="898" actId="1076"/>
          <ac:spMkLst>
            <pc:docMk/>
            <pc:sldMk cId="3624645265" sldId="291"/>
            <ac:spMk id="3" creationId="{A63F876F-B0DB-3E56-DC83-1B868E059E67}"/>
          </ac:spMkLst>
        </pc:spChg>
      </pc:sldChg>
      <pc:sldChg chg="addSp delSp modSp new mod modShow">
        <pc:chgData name="Tanushka Sharma" userId="e75da8da4c67cfd8" providerId="LiveId" clId="{C0266BF2-E87E-4916-A571-ECB9417F01B6}" dt="2026-04-22T18:23:44.769" v="1326" actId="729"/>
        <pc:sldMkLst>
          <pc:docMk/>
          <pc:sldMk cId="1559691192" sldId="292"/>
        </pc:sldMkLst>
        <pc:spChg chg="add">
          <ac:chgData name="Tanushka Sharma" userId="e75da8da4c67cfd8" providerId="LiveId" clId="{C0266BF2-E87E-4916-A571-ECB9417F01B6}" dt="2026-04-22T17:44:21.447" v="975"/>
          <ac:spMkLst>
            <pc:docMk/>
            <pc:sldMk cId="1559691192" sldId="292"/>
            <ac:spMk id="2" creationId="{A0542306-4F6C-98F9-ECCC-3A25124D7DF7}"/>
          </ac:spMkLst>
        </pc:spChg>
        <pc:spChg chg="add del mod">
          <ac:chgData name="Tanushka Sharma" userId="e75da8da4c67cfd8" providerId="LiveId" clId="{C0266BF2-E87E-4916-A571-ECB9417F01B6}" dt="2026-04-22T17:56:11.666" v="1142"/>
          <ac:spMkLst>
            <pc:docMk/>
            <pc:sldMk cId="1559691192" sldId="292"/>
            <ac:spMk id="6" creationId="{E94A5328-3D3E-F6C8-7EE4-58F216DD2FF8}"/>
          </ac:spMkLst>
        </pc:spChg>
        <pc:spChg chg="add del mod">
          <ac:chgData name="Tanushka Sharma" userId="e75da8da4c67cfd8" providerId="LiveId" clId="{C0266BF2-E87E-4916-A571-ECB9417F01B6}" dt="2026-04-22T17:56:11.665" v="1140"/>
          <ac:spMkLst>
            <pc:docMk/>
            <pc:sldMk cId="1559691192" sldId="292"/>
            <ac:spMk id="8" creationId="{02380D10-A87A-C40F-F378-1CA404A43DB3}"/>
          </ac:spMkLst>
        </pc:spChg>
        <pc:spChg chg="add del mod">
          <ac:chgData name="Tanushka Sharma" userId="e75da8da4c67cfd8" providerId="LiveId" clId="{C0266BF2-E87E-4916-A571-ECB9417F01B6}" dt="2026-04-22T17:55:38.616" v="1134" actId="478"/>
          <ac:spMkLst>
            <pc:docMk/>
            <pc:sldMk cId="1559691192" sldId="292"/>
            <ac:spMk id="10" creationId="{5B601D65-6FF1-E7AD-6FBD-1EA61A9613CB}"/>
          </ac:spMkLst>
        </pc:spChg>
        <pc:spChg chg="add mod">
          <ac:chgData name="Tanushka Sharma" userId="e75da8da4c67cfd8" providerId="LiveId" clId="{C0266BF2-E87E-4916-A571-ECB9417F01B6}" dt="2026-04-22T18:00:23.007" v="1166" actId="2711"/>
          <ac:spMkLst>
            <pc:docMk/>
            <pc:sldMk cId="1559691192" sldId="292"/>
            <ac:spMk id="16" creationId="{53DB374A-2F17-7232-E4C0-9E66B86EDD99}"/>
          </ac:spMkLst>
        </pc:spChg>
        <pc:spChg chg="add mod">
          <ac:chgData name="Tanushka Sharma" userId="e75da8da4c67cfd8" providerId="LiveId" clId="{C0266BF2-E87E-4916-A571-ECB9417F01B6}" dt="2026-04-22T18:00:46.534" v="1168" actId="1076"/>
          <ac:spMkLst>
            <pc:docMk/>
            <pc:sldMk cId="1559691192" sldId="292"/>
            <ac:spMk id="18" creationId="{EF2061AA-D6A1-7813-68B5-713AD9D4E5F1}"/>
          </ac:spMkLst>
        </pc:spChg>
        <pc:spChg chg="add mod">
          <ac:chgData name="Tanushka Sharma" userId="e75da8da4c67cfd8" providerId="LiveId" clId="{C0266BF2-E87E-4916-A571-ECB9417F01B6}" dt="2026-04-22T18:00:54.552" v="1169" actId="1076"/>
          <ac:spMkLst>
            <pc:docMk/>
            <pc:sldMk cId="1559691192" sldId="292"/>
            <ac:spMk id="20" creationId="{714761E5-9356-890E-208D-2FEFA36C0084}"/>
          </ac:spMkLst>
        </pc:spChg>
        <pc:spChg chg="add mod">
          <ac:chgData name="Tanushka Sharma" userId="e75da8da4c67cfd8" providerId="LiveId" clId="{C0266BF2-E87E-4916-A571-ECB9417F01B6}" dt="2026-04-22T18:02:48.842" v="1180" actId="207"/>
          <ac:spMkLst>
            <pc:docMk/>
            <pc:sldMk cId="1559691192" sldId="292"/>
            <ac:spMk id="24" creationId="{0E7907BB-5A02-DDC6-1485-F06562848818}"/>
          </ac:spMkLst>
        </pc:spChg>
        <pc:picChg chg="add del mod">
          <ac:chgData name="Tanushka Sharma" userId="e75da8da4c67cfd8" providerId="LiveId" clId="{C0266BF2-E87E-4916-A571-ECB9417F01B6}" dt="2026-04-22T18:01:04.887" v="1170" actId="478"/>
          <ac:picMkLst>
            <pc:docMk/>
            <pc:sldMk cId="1559691192" sldId="292"/>
            <ac:picMk id="4" creationId="{E250A72A-0BFC-BBC5-7273-CEE7243EEF21}"/>
          </ac:picMkLst>
        </pc:picChg>
        <pc:picChg chg="add mod">
          <ac:chgData name="Tanushka Sharma" userId="e75da8da4c67cfd8" providerId="LiveId" clId="{C0266BF2-E87E-4916-A571-ECB9417F01B6}" dt="2026-04-22T17:56:20.993" v="1146" actId="14100"/>
          <ac:picMkLst>
            <pc:docMk/>
            <pc:sldMk cId="1559691192" sldId="292"/>
            <ac:picMk id="12" creationId="{0AAFE086-3A96-EF25-5692-16B32B5E3C08}"/>
          </ac:picMkLst>
        </pc:picChg>
        <pc:picChg chg="add mod">
          <ac:chgData name="Tanushka Sharma" userId="e75da8da4c67cfd8" providerId="LiveId" clId="{C0266BF2-E87E-4916-A571-ECB9417F01B6}" dt="2026-04-22T17:57:09.222" v="1150" actId="1076"/>
          <ac:picMkLst>
            <pc:docMk/>
            <pc:sldMk cId="1559691192" sldId="292"/>
            <ac:picMk id="14" creationId="{85790E4B-76E1-3512-F64A-14D3D49CF411}"/>
          </ac:picMkLst>
        </pc:picChg>
        <pc:picChg chg="add mod">
          <ac:chgData name="Tanushka Sharma" userId="e75da8da4c67cfd8" providerId="LiveId" clId="{C0266BF2-E87E-4916-A571-ECB9417F01B6}" dt="2026-04-22T18:01:28.529" v="1173" actId="14100"/>
          <ac:picMkLst>
            <pc:docMk/>
            <pc:sldMk cId="1559691192" sldId="292"/>
            <ac:picMk id="22" creationId="{1E80EABB-7C56-F057-6BB0-1C0FEEE420E8}"/>
          </ac:picMkLst>
        </pc:picChg>
        <pc:picChg chg="add">
          <ac:chgData name="Tanushka Sharma" userId="e75da8da4c67cfd8" providerId="LiveId" clId="{C0266BF2-E87E-4916-A571-ECB9417F01B6}" dt="2026-04-22T17:44:21.447" v="975"/>
          <ac:picMkLst>
            <pc:docMk/>
            <pc:sldMk cId="1559691192" sldId="292"/>
            <ac:picMk id="1026" creationId="{97EEC39C-8771-CDCB-7F33-19E0672A2ECE}"/>
          </ac:picMkLst>
        </pc:picChg>
      </pc:sldChg>
      <pc:sldChg chg="new del">
        <pc:chgData name="Tanushka Sharma" userId="e75da8da4c67cfd8" providerId="LiveId" clId="{C0266BF2-E87E-4916-A571-ECB9417F01B6}" dt="2026-04-22T18:35:58.575" v="1387" actId="47"/>
        <pc:sldMkLst>
          <pc:docMk/>
          <pc:sldMk cId="1069686848" sldId="293"/>
        </pc:sldMkLst>
      </pc:sldChg>
      <pc:sldMasterChg chg="setBg modSldLayout">
        <pc:chgData name="Tanushka Sharma" userId="e75da8da4c67cfd8" providerId="LiveId" clId="{C0266BF2-E87E-4916-A571-ECB9417F01B6}" dt="2026-04-22T16:36:05.566" v="851"/>
        <pc:sldMasterMkLst>
          <pc:docMk/>
          <pc:sldMasterMk cId="4276808786" sldId="2147483672"/>
        </pc:sldMasterMkLst>
        <pc:sldLayoutChg chg="setBg">
          <pc:chgData name="Tanushka Sharma" userId="e75da8da4c67cfd8" providerId="LiveId" clId="{C0266BF2-E87E-4916-A571-ECB9417F01B6}" dt="2026-04-22T16:36:05.566" v="851"/>
          <pc:sldLayoutMkLst>
            <pc:docMk/>
            <pc:sldMasterMk cId="4276808786" sldId="2147483672"/>
            <pc:sldLayoutMk cId="1933796498" sldId="2147483673"/>
          </pc:sldLayoutMkLst>
        </pc:sldLayoutChg>
        <pc:sldLayoutChg chg="setBg">
          <pc:chgData name="Tanushka Sharma" userId="e75da8da4c67cfd8" providerId="LiveId" clId="{C0266BF2-E87E-4916-A571-ECB9417F01B6}" dt="2026-04-22T16:36:05.566" v="851"/>
          <pc:sldLayoutMkLst>
            <pc:docMk/>
            <pc:sldMasterMk cId="4276808786" sldId="2147483672"/>
            <pc:sldLayoutMk cId="3003124341" sldId="2147483674"/>
          </pc:sldLayoutMkLst>
        </pc:sldLayoutChg>
        <pc:sldLayoutChg chg="setBg">
          <pc:chgData name="Tanushka Sharma" userId="e75da8da4c67cfd8" providerId="LiveId" clId="{C0266BF2-E87E-4916-A571-ECB9417F01B6}" dt="2026-04-22T16:36:05.566" v="851"/>
          <pc:sldLayoutMkLst>
            <pc:docMk/>
            <pc:sldMasterMk cId="4276808786" sldId="2147483672"/>
            <pc:sldLayoutMk cId="2964649955" sldId="2147483675"/>
          </pc:sldLayoutMkLst>
        </pc:sldLayoutChg>
        <pc:sldLayoutChg chg="setBg">
          <pc:chgData name="Tanushka Sharma" userId="e75da8da4c67cfd8" providerId="LiveId" clId="{C0266BF2-E87E-4916-A571-ECB9417F01B6}" dt="2026-04-22T16:36:05.566" v="851"/>
          <pc:sldLayoutMkLst>
            <pc:docMk/>
            <pc:sldMasterMk cId="4276808786" sldId="2147483672"/>
            <pc:sldLayoutMk cId="3060989225" sldId="2147483676"/>
          </pc:sldLayoutMkLst>
        </pc:sldLayoutChg>
        <pc:sldLayoutChg chg="setBg">
          <pc:chgData name="Tanushka Sharma" userId="e75da8da4c67cfd8" providerId="LiveId" clId="{C0266BF2-E87E-4916-A571-ECB9417F01B6}" dt="2026-04-22T16:36:05.566" v="851"/>
          <pc:sldLayoutMkLst>
            <pc:docMk/>
            <pc:sldMasterMk cId="4276808786" sldId="2147483672"/>
            <pc:sldLayoutMk cId="85149240" sldId="2147483677"/>
          </pc:sldLayoutMkLst>
        </pc:sldLayoutChg>
        <pc:sldLayoutChg chg="setBg">
          <pc:chgData name="Tanushka Sharma" userId="e75da8da4c67cfd8" providerId="LiveId" clId="{C0266BF2-E87E-4916-A571-ECB9417F01B6}" dt="2026-04-22T16:36:05.566" v="851"/>
          <pc:sldLayoutMkLst>
            <pc:docMk/>
            <pc:sldMasterMk cId="4276808786" sldId="2147483672"/>
            <pc:sldLayoutMk cId="328738819" sldId="2147483678"/>
          </pc:sldLayoutMkLst>
        </pc:sldLayoutChg>
        <pc:sldLayoutChg chg="setBg">
          <pc:chgData name="Tanushka Sharma" userId="e75da8da4c67cfd8" providerId="LiveId" clId="{C0266BF2-E87E-4916-A571-ECB9417F01B6}" dt="2026-04-22T16:36:05.566" v="851"/>
          <pc:sldLayoutMkLst>
            <pc:docMk/>
            <pc:sldMasterMk cId="4276808786" sldId="2147483672"/>
            <pc:sldLayoutMk cId="1990299935" sldId="2147483679"/>
          </pc:sldLayoutMkLst>
        </pc:sldLayoutChg>
        <pc:sldLayoutChg chg="setBg">
          <pc:chgData name="Tanushka Sharma" userId="e75da8da4c67cfd8" providerId="LiveId" clId="{C0266BF2-E87E-4916-A571-ECB9417F01B6}" dt="2026-04-22T16:36:05.566" v="851"/>
          <pc:sldLayoutMkLst>
            <pc:docMk/>
            <pc:sldMasterMk cId="4276808786" sldId="2147483672"/>
            <pc:sldLayoutMk cId="3436302222" sldId="2147483680"/>
          </pc:sldLayoutMkLst>
        </pc:sldLayoutChg>
        <pc:sldLayoutChg chg="setBg">
          <pc:chgData name="Tanushka Sharma" userId="e75da8da4c67cfd8" providerId="LiveId" clId="{C0266BF2-E87E-4916-A571-ECB9417F01B6}" dt="2026-04-22T16:36:05.566" v="851"/>
          <pc:sldLayoutMkLst>
            <pc:docMk/>
            <pc:sldMasterMk cId="4276808786" sldId="2147483672"/>
            <pc:sldLayoutMk cId="3750164340" sldId="2147483681"/>
          </pc:sldLayoutMkLst>
        </pc:sldLayoutChg>
        <pc:sldLayoutChg chg="setBg">
          <pc:chgData name="Tanushka Sharma" userId="e75da8da4c67cfd8" providerId="LiveId" clId="{C0266BF2-E87E-4916-A571-ECB9417F01B6}" dt="2026-04-22T16:36:05.566" v="851"/>
          <pc:sldLayoutMkLst>
            <pc:docMk/>
            <pc:sldMasterMk cId="4276808786" sldId="2147483672"/>
            <pc:sldLayoutMk cId="3522753667" sldId="2147483682"/>
          </pc:sldLayoutMkLst>
        </pc:sldLayoutChg>
        <pc:sldLayoutChg chg="setBg">
          <pc:chgData name="Tanushka Sharma" userId="e75da8da4c67cfd8" providerId="LiveId" clId="{C0266BF2-E87E-4916-A571-ECB9417F01B6}" dt="2026-04-22T16:36:05.566" v="851"/>
          <pc:sldLayoutMkLst>
            <pc:docMk/>
            <pc:sldMasterMk cId="4276808786" sldId="2147483672"/>
            <pc:sldLayoutMk cId="339329054" sldId="2147483683"/>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483A47C-079E-C3DB-B090-9EBD31F1511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40DA6B1C-C9B4-D763-9026-22E344C5E7F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EE91BEF-440C-4A89-87CC-9827235C7B57}" type="datetimeFigureOut">
              <a:rPr lang="en-IN" smtClean="0"/>
              <a:t>23-04-2026</a:t>
            </a:fld>
            <a:endParaRPr lang="en-IN"/>
          </a:p>
        </p:txBody>
      </p:sp>
      <p:sp>
        <p:nvSpPr>
          <p:cNvPr id="4" name="Footer Placeholder 3">
            <a:extLst>
              <a:ext uri="{FF2B5EF4-FFF2-40B4-BE49-F238E27FC236}">
                <a16:creationId xmlns:a16="http://schemas.microsoft.com/office/drawing/2014/main" id="{8E7DB040-DC43-EC40-A0A2-8246DDEB273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F0C8CECA-166B-53BA-F359-AA0BF4AA451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571664-84E0-49A2-B73C-DA25B26A2DA7}" type="slidenum">
              <a:rPr lang="en-IN" smtClean="0"/>
              <a:t>‹#›</a:t>
            </a:fld>
            <a:endParaRPr lang="en-IN"/>
          </a:p>
        </p:txBody>
      </p:sp>
    </p:spTree>
    <p:extLst>
      <p:ext uri="{BB962C8B-B14F-4D97-AF65-F5344CB8AC3E}">
        <p14:creationId xmlns:p14="http://schemas.microsoft.com/office/powerpoint/2010/main" val="3731225668"/>
      </p:ext>
    </p:extLst>
  </p:cSld>
  <p:clrMap bg1="lt1" tx1="dk1" bg2="lt2" tx2="dk2" accent1="accent1" accent2="accent2" accent3="accent3" accent4="accent4" accent5="accent5" accent6="accent6" hlink="hlink" folHlink="folHlink"/>
  <p:hf hd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13:18:49.503"/>
    </inkml:context>
    <inkml:brush xml:id="br0">
      <inkml:brushProperty name="width" value="0.05" units="cm"/>
      <inkml:brushProperty name="height" value="0.05" units="cm"/>
      <inkml:brushProperty name="color" value="#AE198D"/>
      <inkml:brushProperty name="inkEffects" value="galaxy"/>
      <inkml:brushProperty name="anchorX" value="-4971.16406"/>
      <inkml:brushProperty name="anchorY" value="-2309.49487"/>
      <inkml:brushProperty name="scaleFactor" value="0.5"/>
    </inkml:brush>
  </inkml:definitions>
  <inkml:trace contextRef="#ctx0" brushRef="#br0">0 1 24575,'0'0'0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13:18:50.564"/>
    </inkml:context>
    <inkml:brush xml:id="br0">
      <inkml:brushProperty name="width" value="0.05" units="cm"/>
      <inkml:brushProperty name="height" value="0.05" units="cm"/>
      <inkml:brushProperty name="color" value="#AE198D"/>
      <inkml:brushProperty name="inkEffects" value="galaxy"/>
      <inkml:brushProperty name="anchorX" value="-5987.16455"/>
      <inkml:brushProperty name="anchorY" value="-3325.49487"/>
      <inkml:brushProperty name="scaleFactor" value="0.5"/>
    </inkml:brush>
  </inkml:definitions>
  <inkml:trace contextRef="#ctx0" brushRef="#br0">0 1 24575,'0'0'0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13:18:51.183"/>
    </inkml:context>
    <inkml:brush xml:id="br0">
      <inkml:brushProperty name="width" value="0.05" units="cm"/>
      <inkml:brushProperty name="height" value="0.05" units="cm"/>
      <inkml:brushProperty name="color" value="#AE198D"/>
      <inkml:brushProperty name="inkEffects" value="galaxy"/>
      <inkml:brushProperty name="anchorX" value="-7003.16406"/>
      <inkml:brushProperty name="anchorY" value="-4341.49512"/>
      <inkml:brushProperty name="scaleFactor" value="0.5"/>
    </inkml:brush>
  </inkml:definitions>
  <inkml:trace contextRef="#ctx0" brushRef="#br0">0 1 24575,'0'0'0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13:53:57.218"/>
    </inkml:context>
    <inkml:brush xml:id="br0">
      <inkml:brushProperty name="width" value="0.5" units="cm"/>
      <inkml:brushProperty name="height" value="1" units="cm"/>
      <inkml:brushProperty name="color" value="#FFACD5"/>
      <inkml:brushProperty name="tip" value="rectangle"/>
      <inkml:brushProperty name="rasterOp" value="maskPen"/>
      <inkml:brushProperty name="ignorePressure" value="1"/>
    </inkml:brush>
  </inkml:definitions>
  <inkml:trace contextRef="#ctx0" brushRef="#br0">0 1 0,'12415'42'0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13:54:03.389"/>
    </inkml:context>
    <inkml:brush xml:id="br0">
      <inkml:brushProperty name="width" value="0.5" units="cm"/>
      <inkml:brushProperty name="height" value="1" units="cm"/>
      <inkml:brushProperty name="color" value="#FFACD5"/>
      <inkml:brushProperty name="tip" value="rectangle"/>
      <inkml:brushProperty name="rasterOp" value="maskPen"/>
      <inkml:brushProperty name="ignorePressure" value="1"/>
    </inkml:brush>
  </inkml:definitions>
  <inkml:trace contextRef="#ctx0" brushRef="#br0">1 1 0,'124'1926'0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13:54:08.434"/>
    </inkml:context>
    <inkml:brush xml:id="br0">
      <inkml:brushProperty name="width" value="0.5" units="cm"/>
      <inkml:brushProperty name="height" value="1" units="cm"/>
      <inkml:brushProperty name="color" value="#FFACD5"/>
      <inkml:brushProperty name="tip" value="rectangle"/>
      <inkml:brushProperty name="rasterOp" value="maskPen"/>
      <inkml:brushProperty name="ignorePressure" value="1"/>
    </inkml:brush>
  </inkml:definitions>
  <inkml:trace contextRef="#ctx0" brushRef="#br0">15816 61 0,'-15815'0'0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8T13:54:14.806"/>
    </inkml:context>
    <inkml:brush xml:id="br0">
      <inkml:brushProperty name="width" value="0.5" units="cm"/>
      <inkml:brushProperty name="height" value="1" units="cm"/>
      <inkml:brushProperty name="color" value="#FFACD5"/>
      <inkml:brushProperty name="tip" value="rectangle"/>
      <inkml:brushProperty name="rasterOp" value="maskPen"/>
      <inkml:brushProperty name="ignorePressure" value="1"/>
    </inkml:brush>
  </inkml:definitions>
  <inkml:trace contextRef="#ctx0" brushRef="#br0">0 1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13:54:18.273"/>
    </inkml:context>
    <inkml:brush xml:id="br0">
      <inkml:brushProperty name="width" value="0.5" units="cm"/>
      <inkml:brushProperty name="height" value="1" units="cm"/>
      <inkml:brushProperty name="color" value="#FFACD5"/>
      <inkml:brushProperty name="tip" value="rectangle"/>
      <inkml:brushProperty name="rasterOp" value="maskPen"/>
      <inkml:brushProperty name="ignorePressure" value="1"/>
    </inkml:brush>
  </inkml:definitions>
  <inkml:trace contextRef="#ctx0" brushRef="#br0">36 2089 0,'0'-2088'0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8T13:54:20.659"/>
    </inkml:context>
    <inkml:brush xml:id="br0">
      <inkml:brushProperty name="width" value="0.5" units="cm"/>
      <inkml:brushProperty name="height" value="1" units="cm"/>
      <inkml:brushProperty name="color" value="#FFACD5"/>
      <inkml:brushProperty name="tip" value="rectangle"/>
      <inkml:brushProperty name="rasterOp" value="maskPen"/>
      <inkml:brushProperty name="ignorePressure" value="1"/>
    </inkml:brush>
  </inkml:definitions>
  <inkml:trace contextRef="#ctx0" brushRef="#br0">0 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13:54:27.689"/>
    </inkml:context>
    <inkml:brush xml:id="br0">
      <inkml:brushProperty name="width" value="0.5" units="cm"/>
      <inkml:brushProperty name="height" value="1" units="cm"/>
      <inkml:brushProperty name="color" value="#FFACD5"/>
      <inkml:brushProperty name="tip" value="rectangle"/>
      <inkml:brushProperty name="rasterOp" value="maskPen"/>
      <inkml:brushProperty name="ignorePressure" value="1"/>
    </inkml:brush>
  </inkml:definitions>
  <inkml:trace contextRef="#ctx0" brushRef="#br0">1 33 0,'15692'0'0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8T13:54:36.240"/>
    </inkml:context>
    <inkml:brush xml:id="br0">
      <inkml:brushProperty name="width" value="0.5" units="cm"/>
      <inkml:brushProperty name="height" value="1" units="cm"/>
      <inkml:brushProperty name="color" value="#FFACD5"/>
      <inkml:brushProperty name="tip" value="rectangle"/>
      <inkml:brushProperty name="rasterOp" value="maskPen"/>
      <inkml:brushProperty name="ignorePressure" value="1"/>
    </inkml:brush>
  </inkml:definitions>
  <inkml:trace contextRef="#ctx0" brushRef="#br0">0 1,'0'0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8T13:54:46.920"/>
    </inkml:context>
    <inkml:brush xml:id="br0">
      <inkml:brushProperty name="width" value="0.5" units="cm"/>
      <inkml:brushProperty name="height" value="1" units="cm"/>
      <inkml:brushProperty name="color" value="#FFACD5"/>
      <inkml:brushProperty name="tip" value="rectangle"/>
      <inkml:brushProperty name="rasterOp" value="maskPen"/>
      <inkml:brushProperty name="ignorePressure" value="1"/>
    </inkml:brush>
  </inkml:definitions>
  <inkml:trace contextRef="#ctx0" brushRef="#br0">15000 616,'-225'2,"-256"-5,143-37,236 24,-415-77,373 65,65 17,-119-2,96 8,58 0,-44-10,49 8,-67-5,-486 10,276 5,-1282-3,1462 6,-202 35,238-26,-49 0,-246-8,223-8,334 0,330 3,-317 11,196 41,-158-20,442 82,-642-114,150 26,113 25,-203-33,2-4,0-3,123 7,399-21,-228-1,-291-1,78-14,37-2,388 16,-301 5,-256-2,86 3,-96-1,-1 0,1 1,-1 0,1 1,23 11,-15-5,-1 0,-1 0,0 1,24 18,-19-12,1-1,1-1,0-2,1-1,1-1,32 9,16 6,-66-19,-16-3,-20-1,-10-2,0-2,1-2,-1-1,1-2,-45-13,-167-66,185 61,-584-186,72 52,264 76,-74 1,-3 28,31 6,-255-4,-3 51,261 4,127-6,-229 5,275 15,4 0,-484-15,-77-72,711 66,-105-14,8-1,-162-1,-125 22,363 0,-1 2,1 2,-69 20,2-1,84-21,-6 1,0 2,-65 23,99-31,0 1,0-1,0 0,1 1,-1-1,0 0,0 1,0-1,1 1,-1 0,0-1,0 1,1 0,-1-1,1 1,-1 0,1 0,-1-1,1 1,-1 0,0 1,1-1,1-1,-1 1,0 0,0-1,0 1,1 0,-1-1,0 1,1-1,-1 1,1-1,-1 1,0 0,1-1,-1 1,1-1,0 0,-1 1,1-1,-1 1,2-1,45 19,-37-16,366 110,4-19,174 41,5-24,-390-89,186 0,172-25,-188-1,-71 6,268-5,-421-7,190-42,-195 29,206-15,40 38,-206 2,-178-2,-1049-24,-1174-157,1426 81,17-70,304 60,361 79,92 18,-1 2,-79-7,-200 18,149 2,160-1,-1 1,1 1,0 0,-37 13,-85 38,87-31,-7 2,2 3,1 3,1 2,-56 43,106-68,1 0,0 1,0 0,1 0,0 1,1 0,0 0,1 1,0 0,0 0,1 1,1-1,0 1,-3 17,5-21,0 0,1 0,1 0,-1 0,1 1,1-1,-1 0,1 0,1 0,-1 0,2 0,-1-1,1 1,0 0,0-1,1 0,0 0,0 0,1 0,0-1,0 1,1-1,5 5,6 2,0-1,0-1,1-1,29 13,84 26,-126-47,38 11,0-2,1-2,0-2,45 2,183-6,-206-3,368-27,-263 13,286-51,-436 61,82-8,0 5,160 8,-97 2,612-3,-774 0,5-1,1 2,0-1,0 1,12 3,-21-3,1-1,-1 0,0 0,0 1,1-1,-1 1,0-1,0 1,0-1,0 1,0 0,0 0,0-1,0 1,0 0,0 0,0 0,0 0,0 0,-1 0,1 0,0 1,-1-1,1 0,-1 0,1 0,-1 1,0-1,0 0,1 1,-1-1,0 0,0 0,0 1,0-1,0 0,-1 1,1-1,0 0,-1 0,0 2,0 0,0 0,-1 0,0 0,1 0,-1-1,0 1,0-1,-1 0,1 1,0-1,-1 0,-4 3,-38 18,24-13,-40 16,0-3,-1-3,-104 20,32-9,18-5,-1-5,-1-5,0-6,-218-8,142-16,1-9,-219-55,-188-110,160 41,36 20,332 109,-106-13,1 1,76 12,-1 4,1 4,-146 6,153 3,-76 4,140 0,1 0,0 2,-49 15,-30 12,-33 11,-77 35,-129 57,296-117,30-11,-39 18,58-24,1-1,0 1,0-1,-1 1,1-1,0 1,0 0,0-1,0 1,0 0,0 0,0 0,0 0,0 0,1 0,-1 0,0 0,0 0,1 0,-1 0,1 1,-1-1,1 2,0-3,1 1,-1 0,1 0,0 0,-1 0,1-1,0 1,0 0,0 0,0-1,0 1,0-1,-1 1,1-1,0 1,1-1,-1 0,0 0,0 1,2-1,12 3,0-1,23 0,516-1,-237-4,-144 2,189 3,-301 5,0 3,-1 2,62 21,-56-14,1-3,70 7,108-21,-227-2,-35-10,-225-123,92 48,-39-18,-212-111,-12 29,336 158,-2 4,-105-18,108 24,49 10,-1 1,-42-3,-177 7,144 3,60 2,0 1,-42 10,-55 6,113-17,1 1,-28 8,24-5,-36 5,50-10,-1 1,0 1,1 1,0 0,0 1,1 1,-20 10,6 1,1 1,-43 37,40-33,0 0,-61 31,48-29,-10 15,46-32,-1-1,0 0,-1-1,0 0,1 0,-2-1,-12 5,-3-4,0-1,0-1,0-2,0 0,-1-2,1-1,0-1,-44-9,57 8,0-1,1 0,0-1,0 0,0-1,-13-8,-59-50,64 53,20 11,0 0,-1 0,1 0,0 0,-1 0,1 0,0 0,0 1,0-1,-1 0,1 0,0 0,0 0,0 1,-1-1,1 0,0 0,0 1,0-1,0 0,-1 0,1 1,0-1,0 0,0 0,0 1,0-1,0 0,0 0,0 1,0-1,0 0,0 1,0-1,0 0,0 0,0 1,0-1,14 45,-7-25,1 10,1 1,2-1,1 0,28 48,-36-72,1-1,0 1,0-1,0-1,1 1,-1-1,1 0,0 0,0 0,1-1,-1 0,12 3,9 3,49 8,-8-8,1-4,129-6,-77-1,495 2,-585-2,0-1,49-12,22-2,28-5,-86 12,69-5,-67 13,-5 1,77-13,259-65,219-68,-508 127,249-45,-119 34,-62 8,189-5,216-16,-274 15,207 19,-309 12,-150-2</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13:56:15.382"/>
    </inkml:context>
    <inkml:brush xml:id="br0">
      <inkml:brushProperty name="width" value="0.5" units="cm"/>
      <inkml:brushProperty name="height" value="1" units="cm"/>
      <inkml:brushProperty name="color" value="#FFACD5"/>
      <inkml:brushProperty name="tip" value="rectangle"/>
      <inkml:brushProperty name="rasterOp" value="maskPen"/>
      <inkml:brushProperty name="ignorePressure" value="1"/>
    </inkml:brush>
  </inkml:definitions>
  <inkml:trace contextRef="#ctx0" brushRef="#br0">1 0 0,'0'1394'0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13:56:32.242"/>
    </inkml:context>
    <inkml:brush xml:id="br0">
      <inkml:brushProperty name="width" value="0.5" units="cm"/>
      <inkml:brushProperty name="height" value="1" units="cm"/>
      <inkml:brushProperty name="color" value="#FFACD5"/>
      <inkml:brushProperty name="tip" value="rectangle"/>
      <inkml:brushProperty name="rasterOp" value="maskPen"/>
      <inkml:brushProperty name="ignorePressure" value="1"/>
    </inkml:brush>
  </inkml:definitions>
  <inkml:trace contextRef="#ctx0" brushRef="#br0">1 1 0,'10241'0'0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8T13:56:40.080"/>
    </inkml:context>
    <inkml:brush xml:id="br0">
      <inkml:brushProperty name="width" value="0.5" units="cm"/>
      <inkml:brushProperty name="height" value="1" units="cm"/>
      <inkml:brushProperty name="color" value="#FFACD5"/>
      <inkml:brushProperty name="tip" value="rectangle"/>
      <inkml:brushProperty name="rasterOp" value="maskPen"/>
      <inkml:brushProperty name="ignorePressure" value="1"/>
    </inkml:brush>
  </inkml:definitions>
  <inkml:trace contextRef="#ctx0" brushRef="#br0">1 17,'7'0,"9"0,9 0,8 0,4 0,3 0,-5-7,-8-2</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13:56:43.746"/>
    </inkml:context>
    <inkml:brush xml:id="br0">
      <inkml:brushProperty name="width" value="0.5" units="cm"/>
      <inkml:brushProperty name="height" value="1" units="cm"/>
      <inkml:brushProperty name="color" value="#FFACD5"/>
      <inkml:brushProperty name="tip" value="rectangle"/>
      <inkml:brushProperty name="rasterOp" value="maskPen"/>
      <inkml:brushProperty name="ignorePressure" value="1"/>
    </inkml:brush>
  </inkml:definitions>
  <inkml:trace contextRef="#ctx0" brushRef="#br0">4 1681 0,'0'-1680'0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8T13:56:56.126"/>
    </inkml:context>
    <inkml:brush xml:id="br0">
      <inkml:brushProperty name="width" value="0.5" units="cm"/>
      <inkml:brushProperty name="height" value="1" units="cm"/>
      <inkml:brushProperty name="color" value="#FFACD5"/>
      <inkml:brushProperty name="tip" value="rectangle"/>
      <inkml:brushProperty name="rasterOp" value="maskPen"/>
      <inkml:brushProperty name="ignorePressure" value="1"/>
    </inkml:brush>
  </inkml:definitions>
  <inkml:trace contextRef="#ctx0" brushRef="#br0">1 84,'1026'0,"-996"-2,1-1,-1-2,41-12,-26 7,18-8,-42 11,1 1,36-4,278 4,-183 9,130-4,323 3,-285 18,75 1,1822-20,-975-3,-1229 2,40-1,-1 3,83 13,-66-4,127 6,73-18,-103-2,1364 3,-1475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8T13:57:09.780"/>
    </inkml:context>
    <inkml:brush xml:id="br0">
      <inkml:brushProperty name="width" value="0.5" units="cm"/>
      <inkml:brushProperty name="height" value="1" units="cm"/>
      <inkml:brushProperty name="color" value="#FFACD5"/>
      <inkml:brushProperty name="tip" value="rectangle"/>
      <inkml:brushProperty name="rasterOp" value="maskPen"/>
      <inkml:brushProperty name="ignorePressure" value="1"/>
    </inkml:brush>
  </inkml:definitions>
  <inkml:trace contextRef="#ctx0" brushRef="#br0">9451 1,'0'658,"0"-647,-1 0,0 0,-1-1,-1 1,0 0,0-1,-1 0,0 0,0 0,-1 0,-1-1,0 1,0-1,-1-1,-11 13,-60 64,68-75,-1-2,0 1,0-2,-1 1,1-2,-19 8,-71 27,-114 30,196-66,1-1,0 0,-1-1,0-1,0-1,1-1,-1 0,0-2,0 0,1-1,-20-5,-83-24,-17-6,76 20,-86-14,-3 0,29 4,55 14,-72-25,102 27,0 2,-1 2,0 2,-61-4,-160 11,111 2,-509-3,577 4,-82 14,-44 2,-478-17,352-5,165 4,-191-5,238-14,26 2,39 7,2-2,-95-31,-32-8,144 41,-1 1,0 3,0 0,-56 4,-26-3,70-3,-1-2,-52-16,53 11,-100-12,-143-18,66 7,91 27,-155 8,117 4,83-4,-106 3,174 1,-41 12,41-9,-41 6,-94 8,66-7,-110 2,72-18,-106 5,209 2,-1 2,1 0,0 2,-25 11,-39 12,-114 16,190-45,0 0,1 1,-1 1,1 1,0 0,0 0,-16 10,28-15,1 1,-1-1,1 1,0-1,-1 0,1 1,-1-1,1 1,0-1,-1 1,1-1,0 1,0-1,0 1,-1-1,1 1,0 0,0-1,0 1,0-1,0 1,0-1,0 1,0 0,0-1,0 1,0-1,0 1,1-1,-1 1,0 0,0-1,0 1,1-1,-1 1,0-1,1 1,-1-1,0 0,1 1,-1-1,1 1,-1-1,1 0,0 1,26 15,-23-14,50 19,0-1,107 22,-99-27,-12-5,0-2,86 4,106-13,-112-2,977 2,-1031 6,1 3,145 34,-169-31,77 10,-41-8,-3-1,105 1,89-14,-119-1,-155 2,1 1,0-1,1-1,-1 1,0-1,0 0,12-4,-19 5,-1 0,1 0,0 0,-1 0,1-1,0 1,-1 0,1 0,0 0,-1 0,1 0,0-1,-1 1,1 0,0 0,0-1,-1 1,1 0,0 0,0-1,0 1,0 0,-1-1,1 1,0 0,0-1,0 1,0 0,0-1,0 1,0 0,0-1,0 1,0 0,0-1,0 1,0 0,0-1,0 1,0 0,0-1,0 1,0 0,0-1,1 1,-1 0,0 0,0-1,0 1,1 0,-1-1,0 1,0 0,1 0,-1 0,0-1,0 1,1 0,-1 0,0 0,1 0,-1-1,0 1,1 0,-1 0,1 0,-31-9,28 8,-133-31,-134-31,110 32,-604-98,639 113,-139-8,-587 23,382 3,428-2,12 2,0-3,0 0,-1-2,-47-10,27 2,32 7,0 0,-31-12,43 14,-1-1,1 0,0 0,0-1,0 1,0-1,1 0,0 0,0-1,0 1,0-1,-4-7,-34-69,31 57</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8T16:19:06.465"/>
    </inkml:context>
    <inkml:brush xml:id="br0">
      <inkml:brushProperty name="width" value="0.035" units="cm"/>
      <inkml:brushProperty name="height" value="0.035" units="cm"/>
    </inkml:brush>
  </inkml:definitions>
  <inkml:trace contextRef="#ctx0" brushRef="#br0">0 0 24575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1903FA-7476-4C83-B3D4-A76CA07D423D}" type="datetimeFigureOut">
              <a:rPr lang="en-IN" smtClean="0"/>
              <a:t>23-04-2026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39F939-0E31-423F-B7E0-5CDD13169958}" type="slidenum">
              <a:rPr lang="en-IN" smtClean="0"/>
              <a:t>‹#›</a:t>
            </a:fld>
            <a:endParaRPr lang="en-IN"/>
          </a:p>
        </p:txBody>
      </p:sp>
    </p:spTree>
    <p:extLst>
      <p:ext uri="{BB962C8B-B14F-4D97-AF65-F5344CB8AC3E}">
        <p14:creationId xmlns:p14="http://schemas.microsoft.com/office/powerpoint/2010/main" val="1857688890"/>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endParaRPr lang="en-IN"/>
          </a:p>
        </p:txBody>
      </p:sp>
      <p:sp>
        <p:nvSpPr>
          <p:cNvPr id="5" name="Slide Number Placeholder 4"/>
          <p:cNvSpPr>
            <a:spLocks noGrp="1"/>
          </p:cNvSpPr>
          <p:nvPr>
            <p:ph type="sldNum" sz="quarter" idx="5"/>
          </p:nvPr>
        </p:nvSpPr>
        <p:spPr/>
        <p:txBody>
          <a:bodyPr/>
          <a:lstStyle/>
          <a:p>
            <a:fld id="{2439F939-0E31-423F-B7E0-5CDD13169958}" type="slidenum">
              <a:rPr lang="en-IN" smtClean="0"/>
              <a:t>11</a:t>
            </a:fld>
            <a:endParaRPr lang="en-IN"/>
          </a:p>
        </p:txBody>
      </p:sp>
    </p:spTree>
    <p:extLst>
      <p:ext uri="{BB962C8B-B14F-4D97-AF65-F5344CB8AC3E}">
        <p14:creationId xmlns:p14="http://schemas.microsoft.com/office/powerpoint/2010/main" val="23179429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346710" y="365761"/>
            <a:ext cx="17586960" cy="956690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664970" y="1323564"/>
            <a:ext cx="14950440" cy="4389120"/>
          </a:xfrm>
        </p:spPr>
        <p:txBody>
          <a:bodyPr anchor="b">
            <a:normAutofit/>
          </a:bodyPr>
          <a:lstStyle>
            <a:lvl1pPr algn="ctr">
              <a:lnSpc>
                <a:spcPct val="85000"/>
              </a:lnSpc>
              <a:defRPr sz="108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2564295" y="5804452"/>
            <a:ext cx="13151790" cy="2082248"/>
          </a:xfrm>
        </p:spPr>
        <p:txBody>
          <a:bodyPr>
            <a:normAutofit/>
          </a:bodyPr>
          <a:lstStyle>
            <a:lvl1pPr marL="0" indent="0" algn="ctr">
              <a:buNone/>
              <a:defRPr sz="3300">
                <a:solidFill>
                  <a:srgbClr val="FFFFFF"/>
                </a:solidFill>
              </a:defRPr>
            </a:lvl1pPr>
            <a:lvl2pPr marL="685800" indent="0" algn="ctr">
              <a:buNone/>
              <a:defRPr sz="3300"/>
            </a:lvl2pPr>
            <a:lvl3pPr marL="1371600" indent="0" algn="ctr">
              <a:buNone/>
              <a:defRPr sz="3300"/>
            </a:lvl3pPr>
            <a:lvl4pPr marL="2057400" indent="0" algn="ctr">
              <a:buNone/>
              <a:defRPr sz="3000"/>
            </a:lvl4pPr>
            <a:lvl5pPr marL="2743200" indent="0" algn="ctr">
              <a:buNone/>
              <a:defRPr sz="3000"/>
            </a:lvl5pPr>
            <a:lvl6pPr marL="3429000" indent="0" algn="ctr">
              <a:buNone/>
              <a:defRPr sz="3000"/>
            </a:lvl6pPr>
            <a:lvl7pPr marL="4114800" indent="0" algn="ctr">
              <a:buNone/>
              <a:defRPr sz="3000"/>
            </a:lvl7pPr>
            <a:lvl8pPr marL="4800600" indent="0" algn="ctr">
              <a:buNone/>
              <a:defRPr sz="3000"/>
            </a:lvl8pPr>
            <a:lvl9pPr marL="5486400" indent="0" algn="ctr">
              <a:buNone/>
              <a:defRPr sz="3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1D8BD707-D9CF-40AE-B4C6-C98DA3205C09}" type="datetimeFigureOut">
              <a:rPr lang="en-US" smtClean="0"/>
              <a:pPr/>
              <a:t>4/23/2026</a:t>
            </a:fld>
            <a:endParaRPr lang="en-US"/>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cxnSp>
        <p:nvCxnSpPr>
          <p:cNvPr id="8" name="Straight Connector 7"/>
          <p:cNvCxnSpPr/>
          <p:nvPr/>
        </p:nvCxnSpPr>
        <p:spPr>
          <a:xfrm>
            <a:off x="2967991" y="5600700"/>
            <a:ext cx="12344402"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4845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92992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59636" y="1760363"/>
            <a:ext cx="14950440" cy="4389120"/>
          </a:xfrm>
        </p:spPr>
        <p:txBody>
          <a:bodyPr anchor="b">
            <a:noAutofit/>
          </a:bodyPr>
          <a:lstStyle>
            <a:lvl1pPr algn="ctr">
              <a:lnSpc>
                <a:spcPct val="85000"/>
              </a:lnSpc>
              <a:defRPr sz="108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2564892" y="6231780"/>
            <a:ext cx="13153644" cy="2045709"/>
          </a:xfrm>
        </p:spPr>
        <p:txBody>
          <a:bodyPr anchor="t">
            <a:normAutofit/>
          </a:bodyPr>
          <a:lstStyle>
            <a:lvl1pPr marL="0" indent="0" algn="ctr">
              <a:buNone/>
              <a:defRPr sz="3300">
                <a:solidFill>
                  <a:schemeClr val="accent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7" name="Straight Connector 6"/>
          <p:cNvCxnSpPr/>
          <p:nvPr/>
        </p:nvCxnSpPr>
        <p:spPr>
          <a:xfrm>
            <a:off x="2971801" y="6030612"/>
            <a:ext cx="12344402"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0841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714500" y="3086098"/>
            <a:ext cx="7132320" cy="6035040"/>
          </a:xfrm>
        </p:spPr>
        <p:txBody>
          <a:bodyPr/>
          <a:lstStyle>
            <a:lvl1pPr>
              <a:defRPr sz="3300"/>
            </a:lvl1pPr>
            <a:lvl2pPr>
              <a:defRPr sz="30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401418" y="3086100"/>
            <a:ext cx="7132320" cy="6035040"/>
          </a:xfrm>
        </p:spPr>
        <p:txBody>
          <a:bodyPr/>
          <a:lstStyle>
            <a:lvl1pPr>
              <a:defRPr sz="3300"/>
            </a:lvl1pPr>
            <a:lvl2pPr>
              <a:defRPr sz="30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0860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714500" y="3002266"/>
            <a:ext cx="7132320" cy="1165860"/>
          </a:xfrm>
        </p:spPr>
        <p:txBody>
          <a:bodyPr anchor="ctr"/>
          <a:lstStyle>
            <a:lvl1pPr marL="0" indent="0">
              <a:spcBef>
                <a:spcPts val="0"/>
              </a:spcBef>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714500" y="4082225"/>
            <a:ext cx="7132320" cy="5074920"/>
          </a:xfrm>
        </p:spPr>
        <p:txBody>
          <a:bodyPr/>
          <a:lstStyle>
            <a:lvl1pPr>
              <a:defRPr sz="3300"/>
            </a:lvl1pPr>
            <a:lvl2pPr>
              <a:defRPr sz="30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403760" y="2998548"/>
            <a:ext cx="7132320" cy="1165860"/>
          </a:xfrm>
        </p:spPr>
        <p:txBody>
          <a:bodyPr anchor="ctr"/>
          <a:lstStyle>
            <a:lvl1pPr marL="0" indent="0">
              <a:spcBef>
                <a:spcPts val="0"/>
              </a:spcBef>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403760" y="4078983"/>
            <a:ext cx="7132320" cy="5074920"/>
          </a:xfrm>
        </p:spPr>
        <p:txBody>
          <a:bodyPr/>
          <a:lstStyle>
            <a:lvl1pPr>
              <a:defRPr sz="3300"/>
            </a:lvl1pPr>
            <a:lvl2pPr>
              <a:defRPr sz="30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4/23/2026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48300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4/23/2026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353149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49076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14500" y="1645920"/>
            <a:ext cx="5897880" cy="2606040"/>
          </a:xfrm>
        </p:spPr>
        <p:txBody>
          <a:bodyPr anchor="b">
            <a:noAutofit/>
          </a:bodyPr>
          <a:lstStyle>
            <a:lvl1pPr>
              <a:lnSpc>
                <a:spcPct val="90000"/>
              </a:lnSpc>
              <a:defRPr sz="6000" b="0"/>
            </a:lvl1pPr>
          </a:lstStyle>
          <a:p>
            <a:r>
              <a:rPr lang="en-US"/>
              <a:t>Click to edit Master title style</a:t>
            </a:r>
            <a:endParaRPr lang="en-US" dirty="0"/>
          </a:p>
        </p:txBody>
      </p:sp>
      <p:sp>
        <p:nvSpPr>
          <p:cNvPr id="3" name="Content Placeholder 2"/>
          <p:cNvSpPr>
            <a:spLocks noGrp="1"/>
          </p:cNvSpPr>
          <p:nvPr>
            <p:ph idx="1"/>
          </p:nvPr>
        </p:nvSpPr>
        <p:spPr>
          <a:xfrm>
            <a:off x="8778239" y="1645920"/>
            <a:ext cx="7818120" cy="6995160"/>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714500" y="4251960"/>
            <a:ext cx="5897880" cy="4526280"/>
          </a:xfrm>
        </p:spPr>
        <p:txBody>
          <a:bodyPr>
            <a:normAutofit/>
          </a:bodyPr>
          <a:lstStyle>
            <a:lvl1pPr marL="0" indent="0">
              <a:lnSpc>
                <a:spcPct val="100000"/>
              </a:lnSpc>
              <a:spcBef>
                <a:spcPts val="1500"/>
              </a:spcBef>
              <a:buNone/>
              <a:defRPr sz="255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07412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14500" y="1645920"/>
            <a:ext cx="5897880" cy="2606040"/>
          </a:xfrm>
        </p:spPr>
        <p:txBody>
          <a:bodyPr anchor="b">
            <a:noAutofit/>
          </a:bodyPr>
          <a:lstStyle>
            <a:lvl1pPr>
              <a:lnSpc>
                <a:spcPct val="90000"/>
              </a:lnSpc>
              <a:defRPr sz="6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19872" y="1604771"/>
            <a:ext cx="9148572" cy="7200900"/>
          </a:xfrm>
        </p:spPr>
        <p:txBody>
          <a:bodyPr lIns="274320" tIns="182880" anchor="t">
            <a:normAutofit/>
          </a:bodyPr>
          <a:lstStyle>
            <a:lvl1pPr marL="0" indent="0">
              <a:buNone/>
              <a:defRPr sz="42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714500" y="4251960"/>
            <a:ext cx="5897880" cy="4320540"/>
          </a:xfrm>
        </p:spPr>
        <p:txBody>
          <a:bodyPr>
            <a:normAutofit/>
          </a:bodyPr>
          <a:lstStyle>
            <a:lvl1pPr marL="0" indent="0">
              <a:lnSpc>
                <a:spcPct val="100000"/>
              </a:lnSpc>
              <a:spcBef>
                <a:spcPts val="1500"/>
              </a:spcBef>
              <a:buNone/>
              <a:defRPr sz="255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615195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95107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1143000"/>
            <a:ext cx="3486150" cy="81153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714500" y="1143000"/>
            <a:ext cx="11144250" cy="8115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81548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346710" y="365761"/>
            <a:ext cx="17586960" cy="956690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714500" y="914400"/>
            <a:ext cx="14813280" cy="203454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714501" y="3086100"/>
            <a:ext cx="14809307" cy="60579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714494" y="9335743"/>
            <a:ext cx="3493611" cy="547688"/>
          </a:xfrm>
          <a:prstGeom prst="rect">
            <a:avLst/>
          </a:prstGeom>
        </p:spPr>
        <p:txBody>
          <a:bodyPr vert="horz" lIns="91440" tIns="45720" rIns="91440" bIns="45720" rtlCol="0" anchor="ctr"/>
          <a:lstStyle>
            <a:lvl1pPr algn="l">
              <a:defRPr sz="1800">
                <a:solidFill>
                  <a:schemeClr val="accent1"/>
                </a:solidFill>
              </a:defRPr>
            </a:lvl1pPr>
          </a:lstStyle>
          <a:p>
            <a:fld id="{1D8BD707-D9CF-40AE-B4C6-C98DA3205C09}" type="datetimeFigureOut">
              <a:rPr lang="en-US" smtClean="0"/>
              <a:pPr/>
              <a:t>4/23/2026</a:t>
            </a:fld>
            <a:endParaRPr lang="en-US"/>
          </a:p>
        </p:txBody>
      </p:sp>
      <p:sp>
        <p:nvSpPr>
          <p:cNvPr id="5" name="Footer Placeholder 4"/>
          <p:cNvSpPr>
            <a:spLocks noGrp="1"/>
          </p:cNvSpPr>
          <p:nvPr>
            <p:ph type="ftr" sz="quarter" idx="3"/>
          </p:nvPr>
        </p:nvSpPr>
        <p:spPr>
          <a:xfrm>
            <a:off x="5923722" y="9335743"/>
            <a:ext cx="7076661" cy="547688"/>
          </a:xfrm>
          <a:prstGeom prst="rect">
            <a:avLst/>
          </a:prstGeom>
        </p:spPr>
        <p:txBody>
          <a:bodyPr vert="horz" lIns="91440" tIns="45720" rIns="91440" bIns="45720" rtlCol="0" anchor="ctr"/>
          <a:lstStyle>
            <a:lvl1pPr algn="ctr">
              <a:defRPr sz="1800">
                <a:solidFill>
                  <a:schemeClr val="accent1"/>
                </a:solidFill>
              </a:defRPr>
            </a:lvl1pPr>
          </a:lstStyle>
          <a:p>
            <a:endParaRPr lang="en-US"/>
          </a:p>
        </p:txBody>
      </p:sp>
      <p:sp>
        <p:nvSpPr>
          <p:cNvPr id="6" name="Slide Number Placeholder 5"/>
          <p:cNvSpPr>
            <a:spLocks noGrp="1"/>
          </p:cNvSpPr>
          <p:nvPr>
            <p:ph type="sldNum" sz="quarter" idx="4"/>
          </p:nvPr>
        </p:nvSpPr>
        <p:spPr>
          <a:xfrm>
            <a:off x="13994296" y="9335743"/>
            <a:ext cx="2559326" cy="547688"/>
          </a:xfrm>
          <a:prstGeom prst="rect">
            <a:avLst/>
          </a:prstGeom>
        </p:spPr>
        <p:txBody>
          <a:bodyPr vert="horz" lIns="91440" tIns="45720" rIns="91440" bIns="45720" rtlCol="0" anchor="ctr"/>
          <a:lstStyle>
            <a:lvl1pPr algn="r">
              <a:defRPr sz="1800">
                <a:solidFill>
                  <a:schemeClr val="accent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88821118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1371600" rtl="0" eaLnBrk="1" latinLnBrk="0" hangingPunct="1">
        <a:lnSpc>
          <a:spcPct val="90000"/>
        </a:lnSpc>
        <a:spcBef>
          <a:spcPct val="0"/>
        </a:spcBef>
        <a:buNone/>
        <a:defRPr sz="6600" kern="1200">
          <a:solidFill>
            <a:schemeClr val="accent1"/>
          </a:solidFill>
          <a:latin typeface="+mj-lt"/>
          <a:ea typeface="+mj-ea"/>
          <a:cs typeface="+mj-cs"/>
        </a:defRPr>
      </a:lvl1pPr>
    </p:titleStyle>
    <p:bodyStyle>
      <a:lvl1pPr marL="342900" indent="-274320" algn="l" defTabSz="1371600" rtl="0" eaLnBrk="1" latinLnBrk="0" hangingPunct="1">
        <a:lnSpc>
          <a:spcPct val="90000"/>
        </a:lnSpc>
        <a:spcBef>
          <a:spcPts val="2100"/>
        </a:spcBef>
        <a:buClr>
          <a:schemeClr val="accent1"/>
        </a:buClr>
        <a:buSzPct val="80000"/>
        <a:buFont typeface="Corbel" pitchFamily="34" charset="0"/>
        <a:buChar char="•"/>
        <a:defRPr sz="3300" kern="1200">
          <a:solidFill>
            <a:schemeClr val="accent1"/>
          </a:solidFill>
          <a:latin typeface="+mn-lt"/>
          <a:ea typeface="+mn-ea"/>
          <a:cs typeface="+mn-cs"/>
        </a:defRPr>
      </a:lvl1pPr>
      <a:lvl2pPr marL="685800" indent="-274320" algn="l" defTabSz="1371600" rtl="0" eaLnBrk="1" latinLnBrk="0" hangingPunct="1">
        <a:lnSpc>
          <a:spcPct val="90000"/>
        </a:lnSpc>
        <a:spcBef>
          <a:spcPts val="300"/>
        </a:spcBef>
        <a:spcAft>
          <a:spcPts val="600"/>
        </a:spcAft>
        <a:buClr>
          <a:schemeClr val="accent1"/>
        </a:buClr>
        <a:buSzPct val="80000"/>
        <a:buFont typeface="Corbel" pitchFamily="34" charset="0"/>
        <a:buChar char="•"/>
        <a:defRPr sz="3000" kern="1200">
          <a:solidFill>
            <a:schemeClr val="accent1"/>
          </a:solidFill>
          <a:latin typeface="+mn-lt"/>
          <a:ea typeface="+mn-ea"/>
          <a:cs typeface="+mn-cs"/>
        </a:defRPr>
      </a:lvl2pPr>
      <a:lvl3pPr marL="1097280" indent="-274320" algn="l" defTabSz="1371600" rtl="0" eaLnBrk="1" latinLnBrk="0" hangingPunct="1">
        <a:lnSpc>
          <a:spcPct val="90000"/>
        </a:lnSpc>
        <a:spcBef>
          <a:spcPts val="300"/>
        </a:spcBef>
        <a:spcAft>
          <a:spcPts val="600"/>
        </a:spcAft>
        <a:buClr>
          <a:schemeClr val="accent1"/>
        </a:buClr>
        <a:buSzPct val="80000"/>
        <a:buFont typeface="Corbel" pitchFamily="34" charset="0"/>
        <a:buChar char="•"/>
        <a:defRPr sz="2700" kern="1200">
          <a:solidFill>
            <a:schemeClr val="accent1"/>
          </a:solidFill>
          <a:latin typeface="+mn-lt"/>
          <a:ea typeface="+mn-ea"/>
          <a:cs typeface="+mn-cs"/>
        </a:defRPr>
      </a:lvl3pPr>
      <a:lvl4pPr marL="1508760" indent="-274320" algn="l" defTabSz="1371600" rtl="0" eaLnBrk="1" latinLnBrk="0" hangingPunct="1">
        <a:lnSpc>
          <a:spcPct val="90000"/>
        </a:lnSpc>
        <a:spcBef>
          <a:spcPts val="300"/>
        </a:spcBef>
        <a:spcAft>
          <a:spcPts val="600"/>
        </a:spcAft>
        <a:buClr>
          <a:schemeClr val="accent1"/>
        </a:buClr>
        <a:buSzPct val="80000"/>
        <a:buFont typeface="Corbel" pitchFamily="34" charset="0"/>
        <a:buChar char="•"/>
        <a:defRPr sz="2400" kern="1200">
          <a:solidFill>
            <a:schemeClr val="accent1"/>
          </a:solidFill>
          <a:latin typeface="+mn-lt"/>
          <a:ea typeface="+mn-ea"/>
          <a:cs typeface="+mn-cs"/>
        </a:defRPr>
      </a:lvl4pPr>
      <a:lvl5pPr marL="1920240" indent="-274320" algn="l" defTabSz="1371600" rtl="0" eaLnBrk="1" latinLnBrk="0" hangingPunct="1">
        <a:lnSpc>
          <a:spcPct val="90000"/>
        </a:lnSpc>
        <a:spcBef>
          <a:spcPts val="300"/>
        </a:spcBef>
        <a:spcAft>
          <a:spcPts val="600"/>
        </a:spcAft>
        <a:buClr>
          <a:schemeClr val="accent1"/>
        </a:buClr>
        <a:buSzPct val="80000"/>
        <a:buFont typeface="Corbel" pitchFamily="34" charset="0"/>
        <a:buChar char="•"/>
        <a:defRPr sz="2400" kern="1200">
          <a:solidFill>
            <a:schemeClr val="accent1"/>
          </a:solidFill>
          <a:latin typeface="+mn-lt"/>
          <a:ea typeface="+mn-ea"/>
          <a:cs typeface="+mn-cs"/>
        </a:defRPr>
      </a:lvl5pPr>
      <a:lvl6pPr marL="2400000" indent="-342900" algn="l" defTabSz="1371600" rtl="0" eaLnBrk="1" latinLnBrk="0" hangingPunct="1">
        <a:lnSpc>
          <a:spcPct val="90000"/>
        </a:lnSpc>
        <a:spcBef>
          <a:spcPts val="300"/>
        </a:spcBef>
        <a:spcAft>
          <a:spcPts val="600"/>
        </a:spcAft>
        <a:buClr>
          <a:schemeClr val="accent1"/>
        </a:buClr>
        <a:buSzPct val="80000"/>
        <a:buFont typeface="Corbel" pitchFamily="34" charset="0"/>
        <a:buChar char="•"/>
        <a:defRPr sz="2400" kern="1200">
          <a:solidFill>
            <a:schemeClr val="accent1"/>
          </a:solidFill>
          <a:latin typeface="+mn-lt"/>
          <a:ea typeface="+mn-ea"/>
          <a:cs typeface="+mn-cs"/>
        </a:defRPr>
      </a:lvl6pPr>
      <a:lvl7pPr marL="2850000" indent="-342900" algn="l" defTabSz="1371600" rtl="0" eaLnBrk="1" latinLnBrk="0" hangingPunct="1">
        <a:lnSpc>
          <a:spcPct val="90000"/>
        </a:lnSpc>
        <a:spcBef>
          <a:spcPts val="300"/>
        </a:spcBef>
        <a:spcAft>
          <a:spcPts val="600"/>
        </a:spcAft>
        <a:buClr>
          <a:schemeClr val="accent1"/>
        </a:buClr>
        <a:buSzPct val="80000"/>
        <a:buFont typeface="Corbel" pitchFamily="34" charset="0"/>
        <a:buChar char="•"/>
        <a:defRPr sz="2400" kern="1200">
          <a:solidFill>
            <a:schemeClr val="accent1"/>
          </a:solidFill>
          <a:latin typeface="+mn-lt"/>
          <a:ea typeface="+mn-ea"/>
          <a:cs typeface="+mn-cs"/>
        </a:defRPr>
      </a:lvl7pPr>
      <a:lvl8pPr marL="3300000" indent="-342900" algn="l" defTabSz="1371600" rtl="0" eaLnBrk="1" latinLnBrk="0" hangingPunct="1">
        <a:lnSpc>
          <a:spcPct val="90000"/>
        </a:lnSpc>
        <a:spcBef>
          <a:spcPts val="300"/>
        </a:spcBef>
        <a:spcAft>
          <a:spcPts val="600"/>
        </a:spcAft>
        <a:buClr>
          <a:schemeClr val="accent1"/>
        </a:buClr>
        <a:buSzPct val="80000"/>
        <a:buFont typeface="Corbel" pitchFamily="34" charset="0"/>
        <a:buChar char="•"/>
        <a:defRPr sz="2400" kern="1200">
          <a:solidFill>
            <a:schemeClr val="accent1"/>
          </a:solidFill>
          <a:latin typeface="+mn-lt"/>
          <a:ea typeface="+mn-ea"/>
          <a:cs typeface="+mn-cs"/>
        </a:defRPr>
      </a:lvl8pPr>
      <a:lvl9pPr marL="3750000" indent="-342900" algn="l" defTabSz="1371600" rtl="0" eaLnBrk="1" latinLnBrk="0" hangingPunct="1">
        <a:lnSpc>
          <a:spcPct val="90000"/>
        </a:lnSpc>
        <a:spcBef>
          <a:spcPts val="300"/>
        </a:spcBef>
        <a:spcAft>
          <a:spcPts val="600"/>
        </a:spcAft>
        <a:buClr>
          <a:schemeClr val="accent1"/>
        </a:buClr>
        <a:buSzPct val="80000"/>
        <a:buFont typeface="Corbel" pitchFamily="34" charset="0"/>
        <a:buChar char="•"/>
        <a:defRPr sz="2400" kern="1200">
          <a:solidFill>
            <a:schemeClr val="accent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ustomXml" Target="../ink/ink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customXml" Target="../ink/ink9.xml"/><Relationship Id="rId18" Type="http://schemas.openxmlformats.org/officeDocument/2006/relationships/image" Target="../media/image15.png"/><Relationship Id="rId26" Type="http://schemas.openxmlformats.org/officeDocument/2006/relationships/image" Target="../media/image19.png"/><Relationship Id="rId3" Type="http://schemas.openxmlformats.org/officeDocument/2006/relationships/customXml" Target="../ink/ink4.xml"/><Relationship Id="rId21" Type="http://schemas.openxmlformats.org/officeDocument/2006/relationships/customXml" Target="../ink/ink14.xml"/><Relationship Id="rId7" Type="http://schemas.openxmlformats.org/officeDocument/2006/relationships/customXml" Target="../ink/ink6.xml"/><Relationship Id="rId12" Type="http://schemas.openxmlformats.org/officeDocument/2006/relationships/image" Target="../media/image13.png"/><Relationship Id="rId17" Type="http://schemas.openxmlformats.org/officeDocument/2006/relationships/customXml" Target="../ink/ink12.xml"/><Relationship Id="rId25" Type="http://schemas.openxmlformats.org/officeDocument/2006/relationships/customXml" Target="../ink/ink16.xml"/><Relationship Id="rId2" Type="http://schemas.openxmlformats.org/officeDocument/2006/relationships/image" Target="../media/image4.png"/><Relationship Id="rId16" Type="http://schemas.openxmlformats.org/officeDocument/2006/relationships/customXml" Target="../ink/ink11.xml"/><Relationship Id="rId20" Type="http://schemas.openxmlformats.org/officeDocument/2006/relationships/image" Target="../media/image16.png"/><Relationship Id="rId29" Type="http://schemas.openxmlformats.org/officeDocument/2006/relationships/customXml" Target="../ink/ink18.xml"/><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customXml" Target="../ink/ink8.xml"/><Relationship Id="rId24" Type="http://schemas.openxmlformats.org/officeDocument/2006/relationships/image" Target="../media/image18.png"/><Relationship Id="rId5" Type="http://schemas.openxmlformats.org/officeDocument/2006/relationships/customXml" Target="../ink/ink5.xml"/><Relationship Id="rId15" Type="http://schemas.openxmlformats.org/officeDocument/2006/relationships/image" Target="../media/image14.png"/><Relationship Id="rId23" Type="http://schemas.openxmlformats.org/officeDocument/2006/relationships/customXml" Target="../ink/ink15.xml"/><Relationship Id="rId28" Type="http://schemas.openxmlformats.org/officeDocument/2006/relationships/image" Target="../media/image20.png"/><Relationship Id="rId10" Type="http://schemas.openxmlformats.org/officeDocument/2006/relationships/image" Target="../media/image12.png"/><Relationship Id="rId19" Type="http://schemas.openxmlformats.org/officeDocument/2006/relationships/customXml" Target="../ink/ink13.xml"/><Relationship Id="rId4" Type="http://schemas.openxmlformats.org/officeDocument/2006/relationships/image" Target="../media/image9.png"/><Relationship Id="rId9" Type="http://schemas.openxmlformats.org/officeDocument/2006/relationships/customXml" Target="../ink/ink7.xml"/><Relationship Id="rId14" Type="http://schemas.openxmlformats.org/officeDocument/2006/relationships/customXml" Target="../ink/ink10.xml"/><Relationship Id="rId22" Type="http://schemas.openxmlformats.org/officeDocument/2006/relationships/image" Target="../media/image17.png"/><Relationship Id="rId27" Type="http://schemas.openxmlformats.org/officeDocument/2006/relationships/customXml" Target="../ink/ink17.xml"/><Relationship Id="rId30"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customXml" Target="../ink/ink19.xml"/><Relationship Id="rId2" Type="http://schemas.openxmlformats.org/officeDocument/2006/relationships/image" Target="../media/image33.pn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2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53.png"/><Relationship Id="rId11" Type="http://schemas.openxmlformats.org/officeDocument/2006/relationships/image" Target="../media/image56.png"/><Relationship Id="rId5" Type="http://schemas.openxmlformats.org/officeDocument/2006/relationships/image" Target="../media/image52.png"/><Relationship Id="rId10" Type="http://schemas.openxmlformats.org/officeDocument/2006/relationships/image" Target="../media/image550.png"/><Relationship Id="rId4" Type="http://schemas.openxmlformats.org/officeDocument/2006/relationships/image" Target="../media/image51.png"/><Relationship Id="rId9" Type="http://schemas.openxmlformats.org/officeDocument/2006/relationships/image" Target="../media/image540.png"/></Relationships>
</file>

<file path=ppt/slides/_rels/slide2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gif"/><Relationship Id="rId1" Type="http://schemas.openxmlformats.org/officeDocument/2006/relationships/slideLayout" Target="../slideLayouts/slideLayout7.xml"/><Relationship Id="rId5" Type="http://schemas.openxmlformats.org/officeDocument/2006/relationships/image" Target="../media/image59.png"/><Relationship Id="rId4"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C0B8655-22C1-02FA-1D2A-FBB3796DE2D0}"/>
              </a:ext>
            </a:extLst>
          </p:cNvPr>
          <p:cNvSpPr txBox="1"/>
          <p:nvPr/>
        </p:nvSpPr>
        <p:spPr>
          <a:xfrm>
            <a:off x="2057400" y="1028700"/>
            <a:ext cx="14097000" cy="8710077"/>
          </a:xfrm>
          <a:prstGeom prst="rect">
            <a:avLst/>
          </a:prstGeom>
          <a:noFill/>
        </p:spPr>
        <p:txBody>
          <a:bodyPr wrap="square">
            <a:spAutoFit/>
          </a:bodyPr>
          <a:lstStyle/>
          <a:p>
            <a:r>
              <a:rPr lang="en-IN" sz="2800" dirty="0">
                <a:latin typeface="Georgia Pro Condensed" panose="020B0604020202020204" charset="0"/>
              </a:rPr>
              <a:t>                                             </a:t>
            </a:r>
            <a:r>
              <a:rPr lang="en-IN" sz="2800" b="1" dirty="0">
                <a:latin typeface="Georgia Pro Condensed" panose="020B0604020202020204" charset="0"/>
              </a:rPr>
              <a:t>End-Term Presentation for Project I (EC 300) </a:t>
            </a:r>
          </a:p>
          <a:p>
            <a:r>
              <a:rPr lang="en-IN" sz="2800" dirty="0">
                <a:latin typeface="Georgia Pro Condensed" panose="020B0604020202020204" charset="0"/>
              </a:rPr>
              <a:t>                                                                                  on </a:t>
            </a:r>
          </a:p>
          <a:p>
            <a:r>
              <a:rPr lang="en-IN" sz="2800" b="1" dirty="0">
                <a:latin typeface="Georgia Pro Condensed" panose="020B0604020202020204" charset="0"/>
              </a:rPr>
              <a:t>                                       VLSI Architecture for Hyperspectral image Processing</a:t>
            </a:r>
          </a:p>
          <a:p>
            <a:r>
              <a:rPr lang="en-IN" sz="2800" dirty="0">
                <a:latin typeface="Georgia Pro Condensed" panose="020B0604020202020204" charset="0"/>
              </a:rPr>
              <a:t>                                                                                  By </a:t>
            </a:r>
          </a:p>
          <a:p>
            <a:r>
              <a:rPr lang="en-IN" sz="2800" b="1" dirty="0">
                <a:latin typeface="Georgia Pro Condensed" panose="020B0604020202020204" charset="0"/>
              </a:rPr>
              <a:t>                                                                    Tanushka Sharma </a:t>
            </a:r>
          </a:p>
          <a:p>
            <a:r>
              <a:rPr lang="en-IN" sz="2800" dirty="0">
                <a:latin typeface="Georgia Pro Condensed" panose="020B0604020202020204" charset="0"/>
              </a:rPr>
              <a:t>                                                                    Roll No.:2301227 </a:t>
            </a:r>
          </a:p>
          <a:p>
            <a:r>
              <a:rPr lang="en-IN" sz="2800" dirty="0">
                <a:latin typeface="Georgia Pro Condensed" panose="020B0604020202020204" charset="0"/>
              </a:rPr>
              <a:t>                                          </a:t>
            </a:r>
            <a:r>
              <a:rPr lang="en-IN" sz="2800" dirty="0" err="1">
                <a:latin typeface="Georgia Pro Condensed" panose="020B0604020202020204" charset="0"/>
              </a:rPr>
              <a:t>B.Tech</a:t>
            </a:r>
            <a:r>
              <a:rPr lang="en-IN" sz="2800" dirty="0">
                <a:latin typeface="Georgia Pro Condensed" panose="020B0604020202020204" charset="0"/>
              </a:rPr>
              <a:t> (Electronics and Communication  Engineering) </a:t>
            </a:r>
          </a:p>
          <a:p>
            <a:endParaRPr lang="en-IN" sz="2800" dirty="0">
              <a:latin typeface="Georgia Pro Condensed" panose="020B0604020202020204" charset="0"/>
            </a:endParaRPr>
          </a:p>
          <a:p>
            <a:r>
              <a:rPr lang="en-IN" sz="2800" dirty="0">
                <a:latin typeface="Georgia Pro Condensed" panose="020B0604020202020204" charset="0"/>
              </a:rPr>
              <a:t>                                  Under the supervision of </a:t>
            </a:r>
            <a:r>
              <a:rPr lang="en-IN" sz="2800" b="1" dirty="0">
                <a:latin typeface="Georgia Pro Condensed" panose="020B0604020202020204" charset="0"/>
              </a:rPr>
              <a:t>Dr. Rakesh Biswas </a:t>
            </a:r>
            <a:r>
              <a:rPr lang="en-IN" sz="2800" dirty="0">
                <a:latin typeface="Georgia Pro Condensed" panose="020B0604020202020204" charset="0"/>
              </a:rPr>
              <a:t>Assistant Professor</a:t>
            </a:r>
          </a:p>
          <a:p>
            <a:endParaRPr lang="en-IN" sz="2800" dirty="0">
              <a:latin typeface="Georgia Pro Condensed" panose="020B0604020202020204" charset="0"/>
            </a:endParaRPr>
          </a:p>
          <a:p>
            <a:endParaRPr lang="en-IN" sz="2800" dirty="0">
              <a:latin typeface="Georgia Pro Condensed" panose="020B0604020202020204" charset="0"/>
            </a:endParaRPr>
          </a:p>
          <a:p>
            <a:endParaRPr lang="en-IN" sz="2800" dirty="0">
              <a:latin typeface="Georgia Pro Condensed" panose="020B0604020202020204" charset="0"/>
            </a:endParaRPr>
          </a:p>
          <a:p>
            <a:endParaRPr lang="en-IN" sz="2800" dirty="0">
              <a:latin typeface="Georgia Pro Condensed" panose="020B0604020202020204" charset="0"/>
            </a:endParaRPr>
          </a:p>
          <a:p>
            <a:endParaRPr lang="en-IN" sz="2800" dirty="0">
              <a:latin typeface="Georgia Pro Condensed" panose="020B0604020202020204" charset="0"/>
            </a:endParaRPr>
          </a:p>
          <a:p>
            <a:endParaRPr lang="en-IN" sz="2800" dirty="0">
              <a:latin typeface="Georgia Pro Condensed" panose="020B0604020202020204" charset="0"/>
            </a:endParaRPr>
          </a:p>
          <a:p>
            <a:endParaRPr lang="en-IN" sz="2800" dirty="0">
              <a:latin typeface="Georgia Pro Condensed" panose="020B0604020202020204" charset="0"/>
            </a:endParaRPr>
          </a:p>
          <a:p>
            <a:endParaRPr lang="en-IN" sz="2800" dirty="0">
              <a:latin typeface="Georgia Pro Condensed" panose="020B0604020202020204" charset="0"/>
            </a:endParaRPr>
          </a:p>
          <a:p>
            <a:endParaRPr lang="en-IN" sz="2800" dirty="0">
              <a:latin typeface="Georgia Pro Condensed" panose="020B0604020202020204" charset="0"/>
            </a:endParaRPr>
          </a:p>
          <a:p>
            <a:r>
              <a:rPr lang="en-IN" sz="2800" b="1" dirty="0">
                <a:latin typeface="Georgia Pro Condensed" panose="020B0604020202020204" charset="0"/>
              </a:rPr>
              <a:t>                                  Department of Electronics and Communication Engineering </a:t>
            </a:r>
          </a:p>
          <a:p>
            <a:r>
              <a:rPr lang="en-IN" sz="2800" dirty="0">
                <a:latin typeface="Georgia Pro Condensed" panose="020B0604020202020204" charset="0"/>
              </a:rPr>
              <a:t>               Indian Institute of Information Technology Guwahati </a:t>
            </a:r>
            <a:r>
              <a:rPr lang="en-IN" sz="2800" dirty="0" err="1">
                <a:latin typeface="Georgia Pro Condensed" panose="020B0604020202020204" charset="0"/>
              </a:rPr>
              <a:t>Bongora</a:t>
            </a:r>
            <a:r>
              <a:rPr lang="en-IN" sz="2800" dirty="0">
                <a:latin typeface="Georgia Pro Condensed" panose="020B0604020202020204" charset="0"/>
              </a:rPr>
              <a:t>, Assam, Pin-781015</a:t>
            </a:r>
          </a:p>
        </p:txBody>
      </p:sp>
      <p:sp>
        <p:nvSpPr>
          <p:cNvPr id="6" name="Rectangle 2">
            <a:extLst>
              <a:ext uri="{FF2B5EF4-FFF2-40B4-BE49-F238E27FC236}">
                <a16:creationId xmlns:a16="http://schemas.microsoft.com/office/drawing/2014/main" id="{EF2235A8-66E3-1CCE-04BC-E3F8A88D999A}"/>
              </a:ext>
            </a:extLst>
          </p:cNvPr>
          <p:cNvSpPr>
            <a:spLocks noChangeArrowheads="1"/>
          </p:cNvSpPr>
          <p:nvPr/>
        </p:nvSpPr>
        <p:spPr bwMode="auto">
          <a:xfrm>
            <a:off x="0" y="0"/>
            <a:ext cx="1828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7" name="Graphic 5">
            <a:extLst>
              <a:ext uri="{FF2B5EF4-FFF2-40B4-BE49-F238E27FC236}">
                <a16:creationId xmlns:a16="http://schemas.microsoft.com/office/drawing/2014/main" id="{66B01733-CF55-4730-0DB6-AF2EE8D65BC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5200" y="5143500"/>
            <a:ext cx="2819400" cy="2637512"/>
          </a:xfrm>
          <a:prstGeom prst="rect">
            <a:avLst/>
          </a:prstGeom>
        </p:spPr>
      </p:pic>
      <p:sp>
        <p:nvSpPr>
          <p:cNvPr id="8" name="Rectangle 3">
            <a:extLst>
              <a:ext uri="{FF2B5EF4-FFF2-40B4-BE49-F238E27FC236}">
                <a16:creationId xmlns:a16="http://schemas.microsoft.com/office/drawing/2014/main" id="{7AD4EADD-7AE0-E944-FD85-AEA593AA4556}"/>
              </a:ext>
            </a:extLst>
          </p:cNvPr>
          <p:cNvSpPr>
            <a:spLocks noChangeArrowheads="1"/>
          </p:cNvSpPr>
          <p:nvPr/>
        </p:nvSpPr>
        <p:spPr bwMode="auto">
          <a:xfrm>
            <a:off x="0" y="4572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166914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txBox="1"/>
          <p:nvPr/>
        </p:nvSpPr>
        <p:spPr>
          <a:xfrm>
            <a:off x="990600" y="2726697"/>
            <a:ext cx="10581019" cy="4500656"/>
          </a:xfrm>
          <a:prstGeom prst="rect">
            <a:avLst/>
          </a:prstGeom>
        </p:spPr>
        <p:txBody>
          <a:bodyPr lIns="0" tIns="0" rIns="0" bIns="0" rtlCol="0" anchor="t">
            <a:spAutoFit/>
          </a:bodyPr>
          <a:lstStyle/>
          <a:p>
            <a:pPr marL="0" lvl="0" indent="0" algn="l">
              <a:lnSpc>
                <a:spcPts val="12045"/>
              </a:lnSpc>
            </a:pPr>
            <a:r>
              <a:rPr lang="en-US" sz="9050" u="none" strike="noStrike" spc="-421" dirty="0">
                <a:solidFill>
                  <a:srgbClr val="7030A0"/>
                </a:solidFill>
                <a:latin typeface="Georgia Pro Condensed"/>
                <a:ea typeface="Georgia Pro Condensed"/>
                <a:cs typeface="Georgia Pro Condensed"/>
                <a:sym typeface="Georgia Pro Condensed"/>
              </a:rPr>
              <a:t>VLSI Architecture for</a:t>
            </a:r>
          </a:p>
          <a:p>
            <a:pPr marL="0" lvl="0" indent="0" algn="l">
              <a:lnSpc>
                <a:spcPts val="12045"/>
              </a:lnSpc>
            </a:pPr>
            <a:r>
              <a:rPr lang="en-US" sz="9050" u="none" strike="noStrike" spc="-421" dirty="0">
                <a:solidFill>
                  <a:srgbClr val="7030A0"/>
                </a:solidFill>
                <a:latin typeface="Georgia Pro Condensed"/>
                <a:ea typeface="Georgia Pro Condensed"/>
                <a:cs typeface="Georgia Pro Condensed"/>
                <a:sym typeface="Georgia Pro Condensed"/>
              </a:rPr>
              <a:t>Hyperspectral image processing</a:t>
            </a:r>
          </a:p>
        </p:txBody>
      </p:sp>
      <p:grpSp>
        <p:nvGrpSpPr>
          <p:cNvPr id="8" name="Group 7">
            <a:extLst>
              <a:ext uri="{FF2B5EF4-FFF2-40B4-BE49-F238E27FC236}">
                <a16:creationId xmlns:a16="http://schemas.microsoft.com/office/drawing/2014/main" id="{660409CE-AC30-CA48-9C0E-534AAC8B1C55}"/>
              </a:ext>
            </a:extLst>
          </p:cNvPr>
          <p:cNvGrpSpPr/>
          <p:nvPr/>
        </p:nvGrpSpPr>
        <p:grpSpPr>
          <a:xfrm>
            <a:off x="10972800" y="467150"/>
            <a:ext cx="6886575" cy="9019750"/>
            <a:chOff x="0" y="0"/>
            <a:chExt cx="1066911" cy="599885"/>
          </a:xfrm>
        </p:grpSpPr>
        <p:sp>
          <p:nvSpPr>
            <p:cNvPr id="9" name="Freeform 8">
              <a:extLst>
                <a:ext uri="{FF2B5EF4-FFF2-40B4-BE49-F238E27FC236}">
                  <a16:creationId xmlns:a16="http://schemas.microsoft.com/office/drawing/2014/main" id="{98E85089-6245-2E62-C58E-69BD786952CC}"/>
                </a:ext>
              </a:extLst>
            </p:cNvPr>
            <p:cNvSpPr/>
            <p:nvPr/>
          </p:nvSpPr>
          <p:spPr>
            <a:xfrm>
              <a:off x="0" y="0"/>
              <a:ext cx="1066911" cy="599885"/>
            </a:xfrm>
            <a:custGeom>
              <a:avLst/>
              <a:gdLst/>
              <a:ahLst/>
              <a:cxnLst/>
              <a:rect l="l" t="t" r="r" b="b"/>
              <a:pathLst>
                <a:path w="1066911" h="599885">
                  <a:moveTo>
                    <a:pt x="44968" y="0"/>
                  </a:moveTo>
                  <a:lnTo>
                    <a:pt x="1021942" y="0"/>
                  </a:lnTo>
                  <a:cubicBezTo>
                    <a:pt x="1033869" y="0"/>
                    <a:pt x="1045307" y="4738"/>
                    <a:pt x="1053740" y="13171"/>
                  </a:cubicBezTo>
                  <a:cubicBezTo>
                    <a:pt x="1062173" y="21604"/>
                    <a:pt x="1066911" y="33042"/>
                    <a:pt x="1066911" y="44968"/>
                  </a:cubicBezTo>
                  <a:lnTo>
                    <a:pt x="1066911" y="554917"/>
                  </a:lnTo>
                  <a:cubicBezTo>
                    <a:pt x="1066911" y="566843"/>
                    <a:pt x="1062173" y="578281"/>
                    <a:pt x="1053740" y="586714"/>
                  </a:cubicBezTo>
                  <a:cubicBezTo>
                    <a:pt x="1045307" y="595147"/>
                    <a:pt x="1033869" y="599885"/>
                    <a:pt x="1021942" y="599885"/>
                  </a:cubicBezTo>
                  <a:lnTo>
                    <a:pt x="44968" y="599885"/>
                  </a:lnTo>
                  <a:cubicBezTo>
                    <a:pt x="33042" y="599885"/>
                    <a:pt x="21604" y="595147"/>
                    <a:pt x="13171" y="586714"/>
                  </a:cubicBezTo>
                  <a:cubicBezTo>
                    <a:pt x="4738" y="578281"/>
                    <a:pt x="0" y="566843"/>
                    <a:pt x="0" y="554917"/>
                  </a:cubicBezTo>
                  <a:lnTo>
                    <a:pt x="0" y="44968"/>
                  </a:lnTo>
                  <a:cubicBezTo>
                    <a:pt x="0" y="33042"/>
                    <a:pt x="4738" y="21604"/>
                    <a:pt x="13171" y="13171"/>
                  </a:cubicBezTo>
                  <a:cubicBezTo>
                    <a:pt x="21604" y="4738"/>
                    <a:pt x="33042" y="0"/>
                    <a:pt x="44968" y="0"/>
                  </a:cubicBezTo>
                  <a:close/>
                </a:path>
              </a:pathLst>
            </a:custGeom>
            <a:blipFill>
              <a:blip r:embed="rId2"/>
              <a:stretch>
                <a:fillRect l="-202" r="-202"/>
              </a:stretch>
            </a:blipFill>
          </p:spPr>
        </p:sp>
      </p:grpSp>
      <p:sp>
        <p:nvSpPr>
          <p:cNvPr id="12" name="TextBox 11">
            <a:extLst>
              <a:ext uri="{FF2B5EF4-FFF2-40B4-BE49-F238E27FC236}">
                <a16:creationId xmlns:a16="http://schemas.microsoft.com/office/drawing/2014/main" id="{67B93C58-83CA-9B0A-7188-6F0DBF52055F}"/>
              </a:ext>
            </a:extLst>
          </p:cNvPr>
          <p:cNvSpPr txBox="1"/>
          <p:nvPr/>
        </p:nvSpPr>
        <p:spPr>
          <a:xfrm>
            <a:off x="11266819" y="8572500"/>
            <a:ext cx="609600" cy="584775"/>
          </a:xfrm>
          <a:prstGeom prst="rect">
            <a:avLst/>
          </a:prstGeom>
          <a:noFill/>
        </p:spPr>
        <p:txBody>
          <a:bodyPr wrap="square">
            <a:spAutoFit/>
          </a:bodyPr>
          <a:lstStyle/>
          <a:p>
            <a:r>
              <a:rPr lang="en-US" sz="3200" spc="-421" dirty="0">
                <a:solidFill>
                  <a:schemeClr val="bg1"/>
                </a:solidFill>
                <a:latin typeface="Georgia Pro Condensed"/>
                <a:sym typeface="Georgia Pro Condensed"/>
              </a:rPr>
              <a:t>[ 1]</a:t>
            </a:r>
            <a:endParaRPr lang="en-IN" sz="3200"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049F26D-929F-A456-B19B-2A0608E256BD}"/>
              </a:ext>
            </a:extLst>
          </p:cNvPr>
          <p:cNvSpPr txBox="1"/>
          <p:nvPr/>
        </p:nvSpPr>
        <p:spPr>
          <a:xfrm>
            <a:off x="1676400" y="4076700"/>
            <a:ext cx="9144000" cy="3108543"/>
          </a:xfrm>
          <a:prstGeom prst="rect">
            <a:avLst/>
          </a:prstGeom>
          <a:noFill/>
        </p:spPr>
        <p:txBody>
          <a:bodyPr wrap="square">
            <a:spAutoFit/>
          </a:bodyPr>
          <a:lstStyle/>
          <a:p>
            <a:pPr marL="457200" indent="-457200">
              <a:buFont typeface="Wingdings" panose="05000000000000000000" pitchFamily="2" charset="2"/>
              <a:buChar char="§"/>
            </a:pPr>
            <a:r>
              <a:rPr lang="en-US" sz="2800" dirty="0">
                <a:solidFill>
                  <a:schemeClr val="tx1">
                    <a:lumMod val="95000"/>
                    <a:lumOff val="5000"/>
                  </a:schemeClr>
                </a:solidFill>
                <a:latin typeface="Georgia Pro Condensed" panose="020B0604020202020204" charset="0"/>
              </a:rPr>
              <a:t>Introduction</a:t>
            </a:r>
          </a:p>
          <a:p>
            <a:pPr marL="457200" indent="-457200">
              <a:buFont typeface="Wingdings" panose="05000000000000000000" pitchFamily="2" charset="2"/>
              <a:buChar char="§"/>
            </a:pPr>
            <a:r>
              <a:rPr lang="en-US" sz="2800" dirty="0">
                <a:solidFill>
                  <a:schemeClr val="tx1">
                    <a:lumMod val="95000"/>
                    <a:lumOff val="5000"/>
                  </a:schemeClr>
                </a:solidFill>
                <a:latin typeface="Georgia Pro Condensed" panose="020B0604020202020204" charset="0"/>
              </a:rPr>
              <a:t>Literature review </a:t>
            </a:r>
          </a:p>
          <a:p>
            <a:pPr marL="457200" indent="-457200">
              <a:buFont typeface="Wingdings" panose="05000000000000000000" pitchFamily="2" charset="2"/>
              <a:buChar char="§"/>
            </a:pPr>
            <a:r>
              <a:rPr lang="en-US" sz="2800" dirty="0">
                <a:solidFill>
                  <a:schemeClr val="tx1">
                    <a:lumMod val="95000"/>
                    <a:lumOff val="5000"/>
                  </a:schemeClr>
                </a:solidFill>
                <a:latin typeface="Georgia Pro Condensed" panose="020B0604020202020204" charset="0"/>
              </a:rPr>
              <a:t>Motivation and problem statement </a:t>
            </a:r>
          </a:p>
          <a:p>
            <a:pPr marL="457200" indent="-457200">
              <a:buFont typeface="Wingdings" panose="05000000000000000000" pitchFamily="2" charset="2"/>
              <a:buChar char="§"/>
            </a:pPr>
            <a:r>
              <a:rPr lang="en-US" sz="2800" dirty="0">
                <a:solidFill>
                  <a:schemeClr val="tx1">
                    <a:lumMod val="95000"/>
                    <a:lumOff val="5000"/>
                  </a:schemeClr>
                </a:solidFill>
                <a:latin typeface="Georgia Pro Condensed" panose="020B0604020202020204" charset="0"/>
              </a:rPr>
              <a:t>Methodology</a:t>
            </a:r>
          </a:p>
          <a:p>
            <a:pPr marL="457200" indent="-457200">
              <a:buFont typeface="Wingdings" panose="05000000000000000000" pitchFamily="2" charset="2"/>
              <a:buChar char="§"/>
            </a:pPr>
            <a:r>
              <a:rPr lang="en-US" sz="2800" dirty="0">
                <a:solidFill>
                  <a:schemeClr val="tx1">
                    <a:lumMod val="95000"/>
                    <a:lumOff val="5000"/>
                  </a:schemeClr>
                </a:solidFill>
                <a:latin typeface="Georgia Pro Condensed" panose="020B0604020202020204" charset="0"/>
              </a:rPr>
              <a:t>Results and discussion </a:t>
            </a:r>
          </a:p>
          <a:p>
            <a:pPr marL="457200" indent="-457200">
              <a:buFont typeface="Wingdings" panose="05000000000000000000" pitchFamily="2" charset="2"/>
              <a:buChar char="§"/>
            </a:pPr>
            <a:r>
              <a:rPr lang="en-US" sz="2800" dirty="0">
                <a:solidFill>
                  <a:schemeClr val="tx1">
                    <a:lumMod val="95000"/>
                    <a:lumOff val="5000"/>
                  </a:schemeClr>
                </a:solidFill>
                <a:latin typeface="Georgia Pro Condensed" panose="020B0604020202020204" charset="0"/>
              </a:rPr>
              <a:t>Conclusion and future work </a:t>
            </a:r>
          </a:p>
          <a:p>
            <a:pPr marL="457200" indent="-457200">
              <a:buFont typeface="Wingdings" panose="05000000000000000000" pitchFamily="2" charset="2"/>
              <a:buChar char="§"/>
            </a:pPr>
            <a:r>
              <a:rPr lang="en-US" sz="2800" dirty="0">
                <a:solidFill>
                  <a:schemeClr val="tx1">
                    <a:lumMod val="95000"/>
                    <a:lumOff val="5000"/>
                  </a:schemeClr>
                </a:solidFill>
                <a:latin typeface="Georgia Pro Condensed" panose="020B0604020202020204" charset="0"/>
              </a:rPr>
              <a:t>References</a:t>
            </a:r>
            <a:endParaRPr lang="en-IN" sz="2800" dirty="0">
              <a:solidFill>
                <a:schemeClr val="tx1">
                  <a:lumMod val="95000"/>
                  <a:lumOff val="5000"/>
                </a:schemeClr>
              </a:solidFill>
              <a:latin typeface="Georgia Pro Condensed" panose="020B0604020202020204" charset="0"/>
            </a:endParaRPr>
          </a:p>
        </p:txBody>
      </p:sp>
      <p:sp>
        <p:nvSpPr>
          <p:cNvPr id="6" name="TextBox 5">
            <a:extLst>
              <a:ext uri="{FF2B5EF4-FFF2-40B4-BE49-F238E27FC236}">
                <a16:creationId xmlns:a16="http://schemas.microsoft.com/office/drawing/2014/main" id="{86CDB779-E02B-1E02-03FA-EB662B7CAB36}"/>
              </a:ext>
            </a:extLst>
          </p:cNvPr>
          <p:cNvSpPr txBox="1"/>
          <p:nvPr/>
        </p:nvSpPr>
        <p:spPr>
          <a:xfrm>
            <a:off x="2057400" y="2324100"/>
            <a:ext cx="9144000" cy="923330"/>
          </a:xfrm>
          <a:prstGeom prst="rect">
            <a:avLst/>
          </a:prstGeom>
          <a:noFill/>
        </p:spPr>
        <p:txBody>
          <a:bodyPr wrap="square">
            <a:spAutoFit/>
          </a:bodyPr>
          <a:lstStyle/>
          <a:p>
            <a:r>
              <a:rPr lang="en-IN" sz="5400" dirty="0">
                <a:solidFill>
                  <a:srgbClr val="7030A0"/>
                </a:solidFill>
                <a:latin typeface="Georgia Pro Condensed" panose="020B0604020202020204" charset="0"/>
              </a:rPr>
              <a:t>Outline</a:t>
            </a:r>
          </a:p>
        </p:txBody>
      </p:sp>
    </p:spTree>
    <p:extLst>
      <p:ext uri="{BB962C8B-B14F-4D97-AF65-F5344CB8AC3E}">
        <p14:creationId xmlns:p14="http://schemas.microsoft.com/office/powerpoint/2010/main" val="101843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p:cNvSpPr txBox="1"/>
          <p:nvPr/>
        </p:nvSpPr>
        <p:spPr>
          <a:xfrm>
            <a:off x="1028700" y="741678"/>
            <a:ext cx="7739773" cy="1993268"/>
          </a:xfrm>
          <a:prstGeom prst="rect">
            <a:avLst/>
          </a:prstGeom>
        </p:spPr>
        <p:txBody>
          <a:bodyPr lIns="0" tIns="0" rIns="0" bIns="0" rtlCol="0" anchor="t">
            <a:spAutoFit/>
          </a:bodyPr>
          <a:lstStyle/>
          <a:p>
            <a:pPr marL="0" lvl="0" indent="0" algn="l">
              <a:lnSpc>
                <a:spcPts val="7600"/>
              </a:lnSpc>
              <a:spcBef>
                <a:spcPct val="0"/>
              </a:spcBef>
            </a:pPr>
            <a:r>
              <a:rPr lang="en-US" sz="7600" u="none" strike="noStrike" dirty="0">
                <a:solidFill>
                  <a:srgbClr val="7030A0"/>
                </a:solidFill>
                <a:latin typeface="Georgia Pro Condensed" panose="020B0604020202020204" charset="0"/>
                <a:ea typeface="Helvetica World" panose="020B0604020202020204" charset="-128"/>
                <a:cs typeface="Helvetica World" panose="020B0604020202020204" charset="-128"/>
                <a:sym typeface="Georgia Pro Condensed"/>
              </a:rPr>
              <a:t> Hyperspectral Image Processing</a:t>
            </a:r>
          </a:p>
        </p:txBody>
      </p:sp>
      <p:sp>
        <p:nvSpPr>
          <p:cNvPr id="8" name="TextBox 8"/>
          <p:cNvSpPr txBox="1"/>
          <p:nvPr/>
        </p:nvSpPr>
        <p:spPr>
          <a:xfrm>
            <a:off x="547593" y="3559239"/>
            <a:ext cx="8115300" cy="3447098"/>
          </a:xfrm>
          <a:prstGeom prst="rect">
            <a:avLst/>
          </a:prstGeom>
        </p:spPr>
        <p:txBody>
          <a:bodyPr lIns="0" tIns="0" rIns="0" bIns="0" rtlCol="0" anchor="t">
            <a:spAutoFit/>
          </a:bodyPr>
          <a:lstStyle/>
          <a:p>
            <a:r>
              <a:rPr lang="en-US" sz="2800" dirty="0">
                <a:solidFill>
                  <a:schemeClr val="tx1">
                    <a:lumMod val="95000"/>
                    <a:lumOff val="5000"/>
                  </a:schemeClr>
                </a:solidFill>
                <a:latin typeface="Georgia Pro Condensed" panose="020B0604020202020204" charset="0"/>
              </a:rPr>
              <a:t>Hyperspectral Image Processing (HSIP) is the technique of analyzing images captured across </a:t>
            </a:r>
            <a:r>
              <a:rPr lang="en-US" sz="2800" b="1" dirty="0">
                <a:solidFill>
                  <a:schemeClr val="tx1">
                    <a:lumMod val="95000"/>
                    <a:lumOff val="5000"/>
                  </a:schemeClr>
                </a:solidFill>
                <a:latin typeface="Georgia Pro Condensed" panose="020B0604020202020204" charset="0"/>
              </a:rPr>
              <a:t>hundreds of narrow and continuous spectral bands</a:t>
            </a:r>
            <a:r>
              <a:rPr lang="en-US" sz="2800" dirty="0">
                <a:solidFill>
                  <a:schemeClr val="tx1">
                    <a:lumMod val="95000"/>
                    <a:lumOff val="5000"/>
                  </a:schemeClr>
                </a:solidFill>
                <a:latin typeface="Georgia Pro Condensed" panose="020B0604020202020204" charset="0"/>
              </a:rPr>
              <a:t> of the electromagnetic spectrum to extract detailed information about materials in a scene.</a:t>
            </a:r>
          </a:p>
          <a:p>
            <a:r>
              <a:rPr lang="en-US" sz="2800" dirty="0">
                <a:solidFill>
                  <a:schemeClr val="tx1">
                    <a:lumMod val="95000"/>
                    <a:lumOff val="5000"/>
                  </a:schemeClr>
                </a:solidFill>
                <a:latin typeface="Georgia Pro Condensed" panose="020B0604020202020204" charset="0"/>
              </a:rPr>
              <a:t>Unlike normal RGB images (which use only Red, Green, Blue), hyperspectral images record a full </a:t>
            </a:r>
            <a:r>
              <a:rPr lang="en-US" sz="2800" b="1" dirty="0">
                <a:solidFill>
                  <a:schemeClr val="tx1">
                    <a:lumMod val="95000"/>
                    <a:lumOff val="5000"/>
                  </a:schemeClr>
                </a:solidFill>
                <a:latin typeface="Georgia Pro Condensed" panose="020B0604020202020204" charset="0"/>
              </a:rPr>
              <a:t>spectral signature</a:t>
            </a:r>
            <a:r>
              <a:rPr lang="en-US" sz="2800" dirty="0">
                <a:solidFill>
                  <a:schemeClr val="tx1">
                    <a:lumMod val="95000"/>
                    <a:lumOff val="5000"/>
                  </a:schemeClr>
                </a:solidFill>
                <a:latin typeface="Georgia Pro Condensed" panose="020B0604020202020204" charset="0"/>
              </a:rPr>
              <a:t> at every pixel.</a:t>
            </a:r>
          </a:p>
        </p:txBody>
      </p:sp>
      <p:pic>
        <p:nvPicPr>
          <p:cNvPr id="10" name="Picture 9">
            <a:extLst>
              <a:ext uri="{FF2B5EF4-FFF2-40B4-BE49-F238E27FC236}">
                <a16:creationId xmlns:a16="http://schemas.microsoft.com/office/drawing/2014/main" id="{E389C0B5-FD6C-02A0-560C-C57358CFC51A}"/>
              </a:ext>
            </a:extLst>
          </p:cNvPr>
          <p:cNvPicPr>
            <a:picLocks noChangeAspect="1"/>
          </p:cNvPicPr>
          <p:nvPr/>
        </p:nvPicPr>
        <p:blipFill>
          <a:blip r:embed="rId2"/>
          <a:stretch>
            <a:fillRect/>
          </a:stretch>
        </p:blipFill>
        <p:spPr>
          <a:xfrm>
            <a:off x="9296400" y="1028700"/>
            <a:ext cx="8338428" cy="6765469"/>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3">
            <p14:nvContentPartPr>
              <p14:cNvPr id="11" name="Ink 10">
                <a:extLst>
                  <a:ext uri="{FF2B5EF4-FFF2-40B4-BE49-F238E27FC236}">
                    <a16:creationId xmlns:a16="http://schemas.microsoft.com/office/drawing/2014/main" id="{D39D3FDC-AE43-FBA9-9CB0-8F7A9D2085D5}"/>
                  </a:ext>
                </a:extLst>
              </p14:cNvPr>
              <p14:cNvContentPartPr/>
              <p14:nvPr/>
            </p14:nvContentPartPr>
            <p14:xfrm>
              <a:off x="12742514" y="2742724"/>
              <a:ext cx="360" cy="360"/>
            </p14:xfrm>
          </p:contentPart>
        </mc:Choice>
        <mc:Fallback xmlns="">
          <p:pic>
            <p:nvPicPr>
              <p:cNvPr id="11" name="Ink 10">
                <a:extLst>
                  <a:ext uri="{FF2B5EF4-FFF2-40B4-BE49-F238E27FC236}">
                    <a16:creationId xmlns:a16="http://schemas.microsoft.com/office/drawing/2014/main" id="{D39D3FDC-AE43-FBA9-9CB0-8F7A9D2085D5}"/>
                  </a:ext>
                </a:extLst>
              </p:cNvPr>
              <p:cNvPicPr/>
              <p:nvPr/>
            </p:nvPicPr>
            <p:blipFill>
              <a:blip r:embed="rId4"/>
              <a:stretch>
                <a:fillRect/>
              </a:stretch>
            </p:blipFill>
            <p:spPr>
              <a:xfrm>
                <a:off x="12733514" y="2734084"/>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12" name="Ink 11">
                <a:extLst>
                  <a:ext uri="{FF2B5EF4-FFF2-40B4-BE49-F238E27FC236}">
                    <a16:creationId xmlns:a16="http://schemas.microsoft.com/office/drawing/2014/main" id="{4A98FE6C-2F85-B96B-F858-C10B5F7501EF}"/>
                  </a:ext>
                </a:extLst>
              </p14:cNvPr>
              <p14:cNvContentPartPr/>
              <p14:nvPr/>
            </p14:nvContentPartPr>
            <p14:xfrm>
              <a:off x="15485714" y="7580404"/>
              <a:ext cx="360" cy="360"/>
            </p14:xfrm>
          </p:contentPart>
        </mc:Choice>
        <mc:Fallback xmlns="">
          <p:pic>
            <p:nvPicPr>
              <p:cNvPr id="12" name="Ink 11">
                <a:extLst>
                  <a:ext uri="{FF2B5EF4-FFF2-40B4-BE49-F238E27FC236}">
                    <a16:creationId xmlns:a16="http://schemas.microsoft.com/office/drawing/2014/main" id="{4A98FE6C-2F85-B96B-F858-C10B5F7501EF}"/>
                  </a:ext>
                </a:extLst>
              </p:cNvPr>
              <p:cNvPicPr/>
              <p:nvPr/>
            </p:nvPicPr>
            <p:blipFill>
              <a:blip r:embed="rId6"/>
              <a:stretch>
                <a:fillRect/>
              </a:stretch>
            </p:blipFill>
            <p:spPr>
              <a:xfrm>
                <a:off x="15476714" y="7571764"/>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13" name="Ink 12">
                <a:extLst>
                  <a:ext uri="{FF2B5EF4-FFF2-40B4-BE49-F238E27FC236}">
                    <a16:creationId xmlns:a16="http://schemas.microsoft.com/office/drawing/2014/main" id="{FB16A9DE-8D81-0895-190A-2B0C72EDA1F1}"/>
                  </a:ext>
                </a:extLst>
              </p14:cNvPr>
              <p14:cNvContentPartPr/>
              <p14:nvPr/>
            </p14:nvContentPartPr>
            <p14:xfrm>
              <a:off x="15485714" y="7580404"/>
              <a:ext cx="360" cy="360"/>
            </p14:xfrm>
          </p:contentPart>
        </mc:Choice>
        <mc:Fallback xmlns="">
          <p:pic>
            <p:nvPicPr>
              <p:cNvPr id="13" name="Ink 12">
                <a:extLst>
                  <a:ext uri="{FF2B5EF4-FFF2-40B4-BE49-F238E27FC236}">
                    <a16:creationId xmlns:a16="http://schemas.microsoft.com/office/drawing/2014/main" id="{FB16A9DE-8D81-0895-190A-2B0C72EDA1F1}"/>
                  </a:ext>
                </a:extLst>
              </p:cNvPr>
              <p:cNvPicPr/>
              <p:nvPr/>
            </p:nvPicPr>
            <p:blipFill>
              <a:blip r:embed="rId8"/>
              <a:stretch>
                <a:fillRect/>
              </a:stretch>
            </p:blipFill>
            <p:spPr>
              <a:xfrm>
                <a:off x="15476714" y="7571764"/>
                <a:ext cx="18000" cy="18000"/>
              </a:xfrm>
              <a:prstGeom prst="rect">
                <a:avLst/>
              </a:prstGeom>
            </p:spPr>
          </p:pic>
        </mc:Fallback>
      </mc:AlternateContent>
      <p:sp>
        <p:nvSpPr>
          <p:cNvPr id="17" name="TextBox 16">
            <a:extLst>
              <a:ext uri="{FF2B5EF4-FFF2-40B4-BE49-F238E27FC236}">
                <a16:creationId xmlns:a16="http://schemas.microsoft.com/office/drawing/2014/main" id="{C0F7308C-95C6-F7D1-8E21-DDCFC2F728AB}"/>
              </a:ext>
            </a:extLst>
          </p:cNvPr>
          <p:cNvSpPr txBox="1"/>
          <p:nvPr/>
        </p:nvSpPr>
        <p:spPr>
          <a:xfrm>
            <a:off x="3962400" y="8592652"/>
            <a:ext cx="9144000" cy="369332"/>
          </a:xfrm>
          <a:prstGeom prst="rect">
            <a:avLst/>
          </a:prstGeom>
          <a:noFill/>
        </p:spPr>
        <p:txBody>
          <a:bodyPr wrap="square">
            <a:spAutoFit/>
          </a:bodyPr>
          <a:lstStyle/>
          <a:p>
            <a:endParaRPr lang="en-IN" dirty="0"/>
          </a:p>
        </p:txBody>
      </p:sp>
      <p:sp>
        <p:nvSpPr>
          <p:cNvPr id="19" name="TextBox 18">
            <a:extLst>
              <a:ext uri="{FF2B5EF4-FFF2-40B4-BE49-F238E27FC236}">
                <a16:creationId xmlns:a16="http://schemas.microsoft.com/office/drawing/2014/main" id="{C5FE18E9-7E13-F020-1CE4-573127E25B29}"/>
              </a:ext>
            </a:extLst>
          </p:cNvPr>
          <p:cNvSpPr txBox="1"/>
          <p:nvPr/>
        </p:nvSpPr>
        <p:spPr>
          <a:xfrm>
            <a:off x="10989114" y="8107635"/>
            <a:ext cx="4953000" cy="461665"/>
          </a:xfrm>
          <a:prstGeom prst="rect">
            <a:avLst/>
          </a:prstGeom>
          <a:noFill/>
        </p:spPr>
        <p:txBody>
          <a:bodyPr wrap="square">
            <a:spAutoFit/>
          </a:bodyPr>
          <a:lstStyle/>
          <a:p>
            <a:r>
              <a:rPr lang="en-IN" sz="2400" b="0" dirty="0">
                <a:solidFill>
                  <a:schemeClr val="tx1">
                    <a:lumMod val="85000"/>
                    <a:lumOff val="15000"/>
                  </a:schemeClr>
                </a:solidFill>
                <a:effectLst/>
                <a:latin typeface="Georgia Pro Condensed" panose="020B0604020202020204" charset="0"/>
              </a:rPr>
              <a:t>Figure 1.: Hyperspectral imaging  [2]</a:t>
            </a:r>
            <a:endParaRPr lang="en-IN" sz="2400" dirty="0">
              <a:solidFill>
                <a:schemeClr val="tx1">
                  <a:lumMod val="85000"/>
                  <a:lumOff val="15000"/>
                </a:schemeClr>
              </a:solidFill>
              <a:latin typeface="Georgia Pro Condensed" panose="020B060402020202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2019300" y="1937986"/>
            <a:ext cx="14554199" cy="1590179"/>
          </a:xfrm>
          <a:prstGeom prst="rect">
            <a:avLst/>
          </a:prstGeom>
        </p:spPr>
        <p:txBody>
          <a:bodyPr wrap="square" lIns="0" tIns="0" rIns="0" bIns="0" rtlCol="0" anchor="t">
            <a:spAutoFit/>
          </a:bodyPr>
          <a:lstStyle/>
          <a:p>
            <a:pPr marL="0" lvl="0" indent="0" algn="l">
              <a:lnSpc>
                <a:spcPts val="6187"/>
              </a:lnSpc>
              <a:spcBef>
                <a:spcPct val="0"/>
              </a:spcBef>
            </a:pPr>
            <a:r>
              <a:rPr lang="en-US" sz="6187" dirty="0">
                <a:solidFill>
                  <a:srgbClr val="7030A0"/>
                </a:solidFill>
                <a:latin typeface="Georgia Pro Condensed" panose="020B0604020202020204" charset="0"/>
                <a:ea typeface="Georgia Pro Condensed"/>
                <a:cs typeface="Georgia Pro Condensed"/>
                <a:sym typeface="Georgia Pro Condensed"/>
              </a:rPr>
              <a:t>What</a:t>
            </a:r>
            <a:r>
              <a:rPr lang="en-US" sz="6187" u="none" strike="noStrike" dirty="0">
                <a:solidFill>
                  <a:srgbClr val="7030A0"/>
                </a:solidFill>
                <a:latin typeface="Georgia Pro Condensed" panose="020B0604020202020204" charset="0"/>
                <a:ea typeface="Georgia Pro Condensed"/>
                <a:cs typeface="Georgia Pro Condensed"/>
                <a:sym typeface="Georgia Pro Condensed"/>
              </a:rPr>
              <a:t> is hyperspectral imaging used for?</a:t>
            </a:r>
          </a:p>
          <a:p>
            <a:pPr marL="0" lvl="0" indent="0" algn="l">
              <a:lnSpc>
                <a:spcPts val="6187"/>
              </a:lnSpc>
              <a:spcBef>
                <a:spcPct val="0"/>
              </a:spcBef>
            </a:pPr>
            <a:endParaRPr lang="en-US" sz="6187" u="none" strike="noStrike" dirty="0">
              <a:solidFill>
                <a:srgbClr val="7030A0"/>
              </a:solidFill>
              <a:latin typeface="Georgia Pro Condensed" panose="020B0604020202020204" charset="0"/>
              <a:ea typeface="Georgia Pro Condensed"/>
              <a:cs typeface="Georgia Pro Condensed"/>
              <a:sym typeface="Georgia Pro Condensed"/>
            </a:endParaRPr>
          </a:p>
        </p:txBody>
      </p:sp>
      <p:sp>
        <p:nvSpPr>
          <p:cNvPr id="6" name="TextBox 6"/>
          <p:cNvSpPr txBox="1"/>
          <p:nvPr/>
        </p:nvSpPr>
        <p:spPr>
          <a:xfrm>
            <a:off x="653173" y="3703530"/>
            <a:ext cx="15580687" cy="3016210"/>
          </a:xfrm>
          <a:prstGeom prst="rect">
            <a:avLst/>
          </a:prstGeom>
        </p:spPr>
        <p:txBody>
          <a:bodyPr wrap="square" lIns="0" tIns="0" rIns="0" bIns="0" rtlCol="0" anchor="t">
            <a:spAutoFit/>
          </a:bodyPr>
          <a:lstStyle/>
          <a:p>
            <a:pPr marL="457200" indent="-457200">
              <a:buFont typeface="Wingdings" panose="05000000000000000000" pitchFamily="2" charset="2"/>
              <a:buChar char="§"/>
            </a:pPr>
            <a:r>
              <a:rPr lang="en-US" sz="2800" b="1" dirty="0">
                <a:solidFill>
                  <a:schemeClr val="tx1">
                    <a:lumMod val="95000"/>
                    <a:lumOff val="5000"/>
                  </a:schemeClr>
                </a:solidFill>
                <a:latin typeface="Georgia Pro Condensed" panose="020B0604020202020204" charset="0"/>
              </a:rPr>
              <a:t>Remote Sensing:</a:t>
            </a:r>
            <a:r>
              <a:rPr lang="en-US" sz="2800" dirty="0">
                <a:solidFill>
                  <a:schemeClr val="tx1">
                    <a:lumMod val="95000"/>
                    <a:lumOff val="5000"/>
                  </a:schemeClr>
                </a:solidFill>
                <a:latin typeface="Georgia Pro Condensed" panose="020B0604020202020204" charset="0"/>
              </a:rPr>
              <a:t> Mineral mapping, environmental monitoring, and vegetation analysis.</a:t>
            </a:r>
          </a:p>
          <a:p>
            <a:pPr marL="457200" indent="-457200">
              <a:buFont typeface="Wingdings" panose="05000000000000000000" pitchFamily="2" charset="2"/>
              <a:buChar char="§"/>
            </a:pPr>
            <a:endParaRPr lang="en-US" sz="2800" dirty="0">
              <a:solidFill>
                <a:schemeClr val="tx1">
                  <a:lumMod val="95000"/>
                  <a:lumOff val="5000"/>
                </a:schemeClr>
              </a:solidFill>
              <a:latin typeface="Georgia Pro Condensed" panose="020B0604020202020204" charset="0"/>
            </a:endParaRPr>
          </a:p>
          <a:p>
            <a:pPr marL="457200" indent="-457200">
              <a:buFont typeface="Wingdings" panose="05000000000000000000" pitchFamily="2" charset="2"/>
              <a:buChar char="§"/>
            </a:pPr>
            <a:r>
              <a:rPr lang="en-US" sz="2800" b="1" dirty="0">
                <a:solidFill>
                  <a:schemeClr val="tx1">
                    <a:lumMod val="95000"/>
                    <a:lumOff val="5000"/>
                  </a:schemeClr>
                </a:solidFill>
                <a:latin typeface="Georgia Pro Condensed" panose="020B0604020202020204" charset="0"/>
              </a:rPr>
              <a:t>Precision Agriculture:</a:t>
            </a:r>
            <a:r>
              <a:rPr lang="en-US" sz="2800" dirty="0">
                <a:solidFill>
                  <a:schemeClr val="tx1">
                    <a:lumMod val="95000"/>
                    <a:lumOff val="5000"/>
                  </a:schemeClr>
                </a:solidFill>
                <a:latin typeface="Georgia Pro Condensed" panose="020B0604020202020204" charset="0"/>
              </a:rPr>
              <a:t> Monitoring crop health, nutrient deficiency, and disease.</a:t>
            </a:r>
          </a:p>
          <a:p>
            <a:pPr marL="457200" indent="-457200">
              <a:buFont typeface="Wingdings" panose="05000000000000000000" pitchFamily="2" charset="2"/>
              <a:buChar char="§"/>
            </a:pPr>
            <a:endParaRPr lang="en-US" sz="2800" dirty="0">
              <a:solidFill>
                <a:schemeClr val="tx1">
                  <a:lumMod val="95000"/>
                  <a:lumOff val="5000"/>
                </a:schemeClr>
              </a:solidFill>
              <a:latin typeface="Georgia Pro Condensed" panose="020B0604020202020204" charset="0"/>
            </a:endParaRPr>
          </a:p>
          <a:p>
            <a:pPr marL="457200" indent="-457200">
              <a:buFont typeface="Wingdings" panose="05000000000000000000" pitchFamily="2" charset="2"/>
              <a:buChar char="§"/>
            </a:pPr>
            <a:r>
              <a:rPr lang="en-US" sz="2800" b="1" dirty="0">
                <a:solidFill>
                  <a:schemeClr val="tx1">
                    <a:lumMod val="95000"/>
                    <a:lumOff val="5000"/>
                  </a:schemeClr>
                </a:solidFill>
                <a:latin typeface="Georgia Pro Condensed" panose="020B0604020202020204" charset="0"/>
              </a:rPr>
              <a:t>Food Safety:</a:t>
            </a:r>
            <a:r>
              <a:rPr lang="en-US" sz="2800" dirty="0">
                <a:solidFill>
                  <a:schemeClr val="tx1">
                    <a:lumMod val="95000"/>
                    <a:lumOff val="5000"/>
                  </a:schemeClr>
                </a:solidFill>
                <a:latin typeface="Georgia Pro Condensed" panose="020B0604020202020204" charset="0"/>
              </a:rPr>
              <a:t> Non-destructive quality inspection, such as detecting contaminants or grading.</a:t>
            </a:r>
          </a:p>
          <a:p>
            <a:pPr marL="457200" indent="-457200">
              <a:buFont typeface="Wingdings" panose="05000000000000000000" pitchFamily="2" charset="2"/>
              <a:buChar char="§"/>
            </a:pPr>
            <a:endParaRPr lang="en-US" sz="2800" dirty="0">
              <a:solidFill>
                <a:schemeClr val="tx1">
                  <a:lumMod val="95000"/>
                  <a:lumOff val="5000"/>
                </a:schemeClr>
              </a:solidFill>
              <a:latin typeface="Georgia Pro Condensed" panose="020B0604020202020204" charset="0"/>
            </a:endParaRPr>
          </a:p>
          <a:p>
            <a:pPr marL="457200" indent="-457200">
              <a:buFont typeface="Wingdings" panose="05000000000000000000" pitchFamily="2" charset="2"/>
              <a:buChar char="§"/>
            </a:pPr>
            <a:r>
              <a:rPr lang="en-US" sz="2800" b="1" dirty="0">
                <a:solidFill>
                  <a:schemeClr val="tx1">
                    <a:lumMod val="95000"/>
                    <a:lumOff val="5000"/>
                  </a:schemeClr>
                </a:solidFill>
                <a:latin typeface="Georgia Pro Condensed" panose="020B0604020202020204" charset="0"/>
              </a:rPr>
              <a:t>Forensics and Security:</a:t>
            </a:r>
            <a:r>
              <a:rPr lang="en-US" sz="2800" dirty="0">
                <a:solidFill>
                  <a:schemeClr val="tx1">
                    <a:lumMod val="95000"/>
                    <a:lumOff val="5000"/>
                  </a:schemeClr>
                </a:solidFill>
                <a:latin typeface="Georgia Pro Condensed" panose="020B0604020202020204" charset="0"/>
              </a:rPr>
              <a:t> Material detection and identification.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2A8A80-85AA-EAB3-A1E1-7A079D43C2B3}"/>
              </a:ext>
            </a:extLst>
          </p:cNvPr>
          <p:cNvSpPr txBox="1"/>
          <p:nvPr/>
        </p:nvSpPr>
        <p:spPr>
          <a:xfrm>
            <a:off x="6096000" y="1181100"/>
            <a:ext cx="9144000" cy="923330"/>
          </a:xfrm>
          <a:prstGeom prst="rect">
            <a:avLst/>
          </a:prstGeom>
          <a:noFill/>
        </p:spPr>
        <p:txBody>
          <a:bodyPr wrap="square">
            <a:spAutoFit/>
          </a:bodyPr>
          <a:lstStyle/>
          <a:p>
            <a:r>
              <a:rPr lang="en-IN" sz="5400" dirty="0">
                <a:solidFill>
                  <a:srgbClr val="7030A0"/>
                </a:solidFill>
                <a:latin typeface="Georgia Pro Condensed" panose="020B0604020202020204" charset="0"/>
              </a:rPr>
              <a:t>Literature Review</a:t>
            </a:r>
          </a:p>
        </p:txBody>
      </p:sp>
      <p:graphicFrame>
        <p:nvGraphicFramePr>
          <p:cNvPr id="4" name="Table 3">
            <a:extLst>
              <a:ext uri="{FF2B5EF4-FFF2-40B4-BE49-F238E27FC236}">
                <a16:creationId xmlns:a16="http://schemas.microsoft.com/office/drawing/2014/main" id="{B7C9DC40-FA37-D8C7-5FC2-49AE44393EDE}"/>
              </a:ext>
            </a:extLst>
          </p:cNvPr>
          <p:cNvGraphicFramePr>
            <a:graphicFrameLocks noGrp="1"/>
          </p:cNvGraphicFramePr>
          <p:nvPr>
            <p:extLst>
              <p:ext uri="{D42A27DB-BD31-4B8C-83A1-F6EECF244321}">
                <p14:modId xmlns:p14="http://schemas.microsoft.com/office/powerpoint/2010/main" val="1611609703"/>
              </p:ext>
            </p:extLst>
          </p:nvPr>
        </p:nvGraphicFramePr>
        <p:xfrm>
          <a:off x="1447800" y="2857500"/>
          <a:ext cx="15011400" cy="5334000"/>
        </p:xfrm>
        <a:graphic>
          <a:graphicData uri="http://schemas.openxmlformats.org/drawingml/2006/table">
            <a:tbl>
              <a:tblPr firstRow="1" firstCol="1" bandRow="1">
                <a:tableStyleId>{93296810-A885-4BE3-A3E7-6D5BEEA58F35}</a:tableStyleId>
              </a:tblPr>
              <a:tblGrid>
                <a:gridCol w="3752850">
                  <a:extLst>
                    <a:ext uri="{9D8B030D-6E8A-4147-A177-3AD203B41FA5}">
                      <a16:colId xmlns:a16="http://schemas.microsoft.com/office/drawing/2014/main" val="2656783018"/>
                    </a:ext>
                  </a:extLst>
                </a:gridCol>
                <a:gridCol w="3752850">
                  <a:extLst>
                    <a:ext uri="{9D8B030D-6E8A-4147-A177-3AD203B41FA5}">
                      <a16:colId xmlns:a16="http://schemas.microsoft.com/office/drawing/2014/main" val="2194013789"/>
                    </a:ext>
                  </a:extLst>
                </a:gridCol>
                <a:gridCol w="3752850">
                  <a:extLst>
                    <a:ext uri="{9D8B030D-6E8A-4147-A177-3AD203B41FA5}">
                      <a16:colId xmlns:a16="http://schemas.microsoft.com/office/drawing/2014/main" val="3169169070"/>
                    </a:ext>
                  </a:extLst>
                </a:gridCol>
                <a:gridCol w="3752850">
                  <a:extLst>
                    <a:ext uri="{9D8B030D-6E8A-4147-A177-3AD203B41FA5}">
                      <a16:colId xmlns:a16="http://schemas.microsoft.com/office/drawing/2014/main" val="2433998533"/>
                    </a:ext>
                  </a:extLst>
                </a:gridCol>
              </a:tblGrid>
              <a:tr h="1295400">
                <a:tc>
                  <a:txBody>
                    <a:bodyPr/>
                    <a:lstStyle/>
                    <a:p>
                      <a:r>
                        <a:rPr lang="en-IN" sz="2800" dirty="0"/>
                        <a:t>               Paper</a:t>
                      </a:r>
                      <a:endParaRPr lang="en-IN" sz="2800" dirty="0">
                        <a:latin typeface="Georgia Pro Condensed" panose="020B0604020202020204" charset="0"/>
                      </a:endParaRPr>
                    </a:p>
                  </a:txBody>
                  <a:tcPr>
                    <a:solidFill>
                      <a:srgbClr val="ABDA42"/>
                    </a:solidFill>
                  </a:tcPr>
                </a:tc>
                <a:tc>
                  <a:txBody>
                    <a:bodyPr/>
                    <a:lstStyle/>
                    <a:p>
                      <a:r>
                        <a:rPr lang="en-US" sz="2800" dirty="0"/>
                        <a:t>       Key Contribution</a:t>
                      </a:r>
                      <a:endParaRPr lang="en-IN" sz="2800" dirty="0">
                        <a:latin typeface="Georgia Pro Condensed" panose="020B0604020202020204" charset="0"/>
                      </a:endParaRPr>
                    </a:p>
                  </a:txBody>
                  <a:tcPr>
                    <a:solidFill>
                      <a:srgbClr val="ABDA42"/>
                    </a:solidFill>
                  </a:tcPr>
                </a:tc>
                <a:tc>
                  <a:txBody>
                    <a:bodyPr/>
                    <a:lstStyle/>
                    <a:p>
                      <a:r>
                        <a:rPr lang="en-US" sz="2800" dirty="0"/>
                        <a:t>          Limitation</a:t>
                      </a:r>
                      <a:endParaRPr lang="en-IN" sz="2800" dirty="0">
                        <a:latin typeface="Georgia Pro Condensed" panose="020B0604020202020204" charset="0"/>
                      </a:endParaRPr>
                    </a:p>
                  </a:txBody>
                  <a:tcPr>
                    <a:solidFill>
                      <a:srgbClr val="ABDA42"/>
                    </a:solidFill>
                  </a:tcPr>
                </a:tc>
                <a:tc>
                  <a:txBody>
                    <a:bodyPr/>
                    <a:lstStyle/>
                    <a:p>
                      <a:r>
                        <a:rPr lang="en-US" dirty="0"/>
                        <a:t> </a:t>
                      </a:r>
                      <a:r>
                        <a:rPr lang="en-US" sz="2800" dirty="0"/>
                        <a:t>Difference from       Proposed Work</a:t>
                      </a:r>
                      <a:endParaRPr lang="en-IN" sz="2800" dirty="0">
                        <a:latin typeface="Georgia Pro Condensed" panose="020B0604020202020204" charset="0"/>
                      </a:endParaRPr>
                    </a:p>
                  </a:txBody>
                  <a:tcPr>
                    <a:solidFill>
                      <a:srgbClr val="ABDA42"/>
                    </a:solidFill>
                  </a:tcPr>
                </a:tc>
                <a:extLst>
                  <a:ext uri="{0D108BD9-81ED-4DB2-BD59-A6C34878D82A}">
                    <a16:rowId xmlns:a16="http://schemas.microsoft.com/office/drawing/2014/main" val="2554732014"/>
                  </a:ext>
                </a:extLst>
              </a:tr>
              <a:tr h="1295400">
                <a:tc>
                  <a:txBody>
                    <a:bodyPr/>
                    <a:lstStyle/>
                    <a:p>
                      <a:r>
                        <a:rPr lang="en-US" sz="2000" dirty="0">
                          <a:solidFill>
                            <a:schemeClr val="bg1"/>
                          </a:solidFill>
                        </a:rPr>
                        <a:t>N. Muthukumaran, r. Ravi (2014)</a:t>
                      </a:r>
                      <a:endParaRPr lang="en-IN" sz="2000" dirty="0">
                        <a:solidFill>
                          <a:schemeClr val="bg1"/>
                        </a:solidFill>
                        <a:latin typeface="Georgia Pro Condensed" panose="020B0604020202020204" charset="0"/>
                      </a:endParaRPr>
                    </a:p>
                  </a:txBody>
                  <a:tcPr>
                    <a:solidFill>
                      <a:srgbClr val="ABDA42"/>
                    </a:solidFill>
                  </a:tcPr>
                </a:tc>
                <a:tc>
                  <a:txBody>
                    <a:bodyPr/>
                    <a:lstStyle/>
                    <a:p>
                      <a:r>
                        <a:rPr lang="en-US" sz="2000" dirty="0">
                          <a:solidFill>
                            <a:schemeClr val="accent6">
                              <a:lumMod val="75000"/>
                            </a:schemeClr>
                          </a:solidFill>
                        </a:rPr>
                        <a:t>Efficient Lossless Image Compression System using Adjusted Binary code and Golomb Rice code</a:t>
                      </a:r>
                      <a:endParaRPr lang="en-IN" sz="2000" dirty="0">
                        <a:solidFill>
                          <a:schemeClr val="accent6">
                            <a:lumMod val="75000"/>
                          </a:schemeClr>
                        </a:solidFill>
                        <a:latin typeface="Georgia Pro Condensed" panose="020B0604020202020204" charset="0"/>
                      </a:endParaRPr>
                    </a:p>
                  </a:txBody>
                  <a:tcPr/>
                </a:tc>
                <a:tc>
                  <a:txBody>
                    <a:bodyPr/>
                    <a:lstStyle/>
                    <a:p>
                      <a:r>
                        <a:rPr lang="en-US" sz="2000" dirty="0">
                          <a:solidFill>
                            <a:schemeClr val="accent3">
                              <a:lumMod val="50000"/>
                            </a:schemeClr>
                          </a:solidFill>
                        </a:rPr>
                        <a:t>        </a:t>
                      </a:r>
                      <a:r>
                        <a:rPr lang="en-US" sz="2000" dirty="0">
                          <a:solidFill>
                            <a:schemeClr val="accent6">
                              <a:lumMod val="75000"/>
                            </a:schemeClr>
                          </a:solidFill>
                        </a:rPr>
                        <a:t>Used  Golomb Rice code</a:t>
                      </a:r>
                      <a:endParaRPr lang="en-IN" sz="2000" dirty="0">
                        <a:solidFill>
                          <a:schemeClr val="accent6">
                            <a:lumMod val="75000"/>
                          </a:schemeClr>
                        </a:solidFill>
                        <a:latin typeface="Georgia Pro Condensed" panose="020B0604020202020204" charset="0"/>
                      </a:endParaRPr>
                    </a:p>
                  </a:txBody>
                  <a:tcPr/>
                </a:tc>
                <a:tc>
                  <a:txBody>
                    <a:bodyPr/>
                    <a:lstStyle/>
                    <a:p>
                      <a:r>
                        <a:rPr lang="en-US" sz="2000" dirty="0">
                          <a:solidFill>
                            <a:schemeClr val="accent6">
                              <a:lumMod val="75000"/>
                            </a:schemeClr>
                          </a:solidFill>
                        </a:rPr>
                        <a:t>We proposed a lossless compression method utilizing Adaptive Golomb Rice code . </a:t>
                      </a:r>
                      <a:endParaRPr lang="en-IN" sz="2000" dirty="0">
                        <a:solidFill>
                          <a:schemeClr val="accent6">
                            <a:lumMod val="75000"/>
                          </a:schemeClr>
                        </a:solidFill>
                        <a:latin typeface="Georgia Pro Condensed" panose="020B0604020202020204" charset="0"/>
                      </a:endParaRPr>
                    </a:p>
                  </a:txBody>
                  <a:tcPr/>
                </a:tc>
                <a:extLst>
                  <a:ext uri="{0D108BD9-81ED-4DB2-BD59-A6C34878D82A}">
                    <a16:rowId xmlns:a16="http://schemas.microsoft.com/office/drawing/2014/main" val="3573652507"/>
                  </a:ext>
                </a:extLst>
              </a:tr>
              <a:tr h="1295400">
                <a:tc>
                  <a:txBody>
                    <a:bodyPr/>
                    <a:lstStyle/>
                    <a:p>
                      <a:r>
                        <a:rPr lang="en-IN" sz="2000" dirty="0"/>
                        <a:t>CCSDS Secretariat National Aeronautics and Space Administration (NASA) (2016)</a:t>
                      </a:r>
                      <a:endParaRPr lang="en-IN" sz="2000" dirty="0">
                        <a:latin typeface="Georgia Pro Condensed" panose="020B0604020202020204" charset="0"/>
                      </a:endParaRPr>
                    </a:p>
                  </a:txBody>
                  <a:tcPr>
                    <a:solidFill>
                      <a:srgbClr val="ABDA42"/>
                    </a:solidFill>
                  </a:tcPr>
                </a:tc>
                <a:tc>
                  <a:txBody>
                    <a:bodyPr/>
                    <a:lstStyle/>
                    <a:p>
                      <a:r>
                        <a:rPr lang="en-IN" sz="2000" dirty="0">
                          <a:solidFill>
                            <a:schemeClr val="accent6">
                              <a:lumMod val="75000"/>
                            </a:schemeClr>
                          </a:solidFill>
                        </a:rPr>
                        <a:t>Lossless Multispectral and Hyperspectral Image Compression</a:t>
                      </a:r>
                      <a:endParaRPr lang="en-IN" sz="2000" dirty="0">
                        <a:solidFill>
                          <a:schemeClr val="accent6">
                            <a:lumMod val="75000"/>
                          </a:schemeClr>
                        </a:solidFill>
                        <a:latin typeface="Georgia Pro Condensed" panose="020B0604020202020204" charset="0"/>
                      </a:endParaRPr>
                    </a:p>
                  </a:txBody>
                  <a:tcPr/>
                </a:tc>
                <a:tc>
                  <a:txBody>
                    <a:bodyPr/>
                    <a:lstStyle/>
                    <a:p>
                      <a:r>
                        <a:rPr lang="en-US" sz="1800" dirty="0">
                          <a:solidFill>
                            <a:schemeClr val="accent3">
                              <a:lumMod val="50000"/>
                            </a:schemeClr>
                          </a:solidFill>
                        </a:rPr>
                        <a:t>      </a:t>
                      </a:r>
                      <a:r>
                        <a:rPr lang="en-US" sz="2000" dirty="0">
                          <a:solidFill>
                            <a:schemeClr val="accent6">
                              <a:lumMod val="75000"/>
                            </a:schemeClr>
                          </a:solidFill>
                        </a:rPr>
                        <a:t>Applicable only to 3D data</a:t>
                      </a:r>
                      <a:endParaRPr lang="en-IN" sz="2000" dirty="0">
                        <a:solidFill>
                          <a:schemeClr val="accent6">
                            <a:lumMod val="75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accent6">
                              <a:lumMod val="75000"/>
                            </a:schemeClr>
                          </a:solidFill>
                        </a:rPr>
                        <a:t>Extends the method to 4D Hyperspectral Image (HSI) compression.</a:t>
                      </a:r>
                      <a:endParaRPr lang="en-IN" sz="2000" dirty="0">
                        <a:solidFill>
                          <a:schemeClr val="accent6">
                            <a:lumMod val="75000"/>
                          </a:schemeClr>
                        </a:solidFill>
                      </a:endParaRPr>
                    </a:p>
                    <a:p>
                      <a:endParaRPr lang="en-IN" dirty="0"/>
                    </a:p>
                  </a:txBody>
                  <a:tcPr/>
                </a:tc>
                <a:extLst>
                  <a:ext uri="{0D108BD9-81ED-4DB2-BD59-A6C34878D82A}">
                    <a16:rowId xmlns:a16="http://schemas.microsoft.com/office/drawing/2014/main" val="2576617921"/>
                  </a:ext>
                </a:extLst>
              </a:tr>
              <a:tr h="1295400">
                <a:tc>
                  <a:txBody>
                    <a:bodyPr/>
                    <a:lstStyle/>
                    <a:p>
                      <a:r>
                        <a:rPr lang="en-US" sz="2000" dirty="0"/>
                        <a:t>Paul G. Howard and Jeffrey Scott </a:t>
                      </a:r>
                      <a:r>
                        <a:rPr lang="en-US" sz="2000" dirty="0" err="1"/>
                        <a:t>Vitte</a:t>
                      </a:r>
                      <a:r>
                        <a:rPr lang="en-US" sz="2000" dirty="0"/>
                        <a:t> (1993)</a:t>
                      </a:r>
                      <a:endParaRPr lang="en-IN" sz="2000" dirty="0">
                        <a:latin typeface="Georgia Pro Condensed" panose="020B0604020202020204" charset="0"/>
                      </a:endParaRPr>
                    </a:p>
                  </a:txBody>
                  <a:tcPr>
                    <a:solidFill>
                      <a:srgbClr val="ABDA42"/>
                    </a:solidFill>
                  </a:tcPr>
                </a:tc>
                <a:tc>
                  <a:txBody>
                    <a:bodyPr/>
                    <a:lstStyle/>
                    <a:p>
                      <a:r>
                        <a:rPr lang="en-IN" sz="2000" dirty="0">
                          <a:solidFill>
                            <a:schemeClr val="accent6">
                              <a:lumMod val="75000"/>
                            </a:schemeClr>
                          </a:solidFill>
                        </a:rPr>
                        <a:t>Fast and Efficient Lossless Image Compression</a:t>
                      </a:r>
                      <a:endParaRPr lang="en-IN" sz="2000" dirty="0">
                        <a:solidFill>
                          <a:schemeClr val="accent6">
                            <a:lumMod val="75000"/>
                          </a:schemeClr>
                        </a:solidFill>
                        <a:latin typeface="Georgia Pro Condensed" panose="020B0604020202020204" charset="0"/>
                      </a:endParaRPr>
                    </a:p>
                  </a:txBody>
                  <a:tcPr/>
                </a:tc>
                <a:tc>
                  <a:txBody>
                    <a:bodyPr/>
                    <a:lstStyle/>
                    <a:p>
                      <a:r>
                        <a:rPr lang="en-US" sz="2000" dirty="0">
                          <a:solidFill>
                            <a:schemeClr val="accent6">
                              <a:lumMod val="75000"/>
                            </a:schemeClr>
                          </a:solidFill>
                        </a:rPr>
                        <a:t>    Applicable only to 2D data and </a:t>
                      </a:r>
                    </a:p>
                    <a:p>
                      <a:r>
                        <a:rPr lang="en-US" sz="2000" dirty="0">
                          <a:solidFill>
                            <a:schemeClr val="accent6">
                              <a:lumMod val="75000"/>
                            </a:schemeClr>
                          </a:solidFill>
                        </a:rPr>
                        <a:t>    have not been implemented in </a:t>
                      </a:r>
                    </a:p>
                    <a:p>
                      <a:r>
                        <a:rPr lang="en-US" sz="2000" dirty="0">
                          <a:solidFill>
                            <a:schemeClr val="accent6">
                              <a:lumMod val="75000"/>
                            </a:schemeClr>
                          </a:solidFill>
                        </a:rPr>
                        <a:t>    hardware </a:t>
                      </a:r>
                      <a:endParaRPr lang="en-IN" sz="2000" dirty="0">
                        <a:solidFill>
                          <a:schemeClr val="accent6">
                            <a:lumMod val="75000"/>
                          </a:schemeClr>
                        </a:solidFill>
                        <a:latin typeface="Georgia Pro Condensed" panose="020B0604020202020204" charset="0"/>
                      </a:endParaRPr>
                    </a:p>
                  </a:txBody>
                  <a:tcPr/>
                </a:tc>
                <a:tc>
                  <a:txBody>
                    <a:bodyPr/>
                    <a:lstStyle/>
                    <a:p>
                      <a:r>
                        <a:rPr lang="en-US" sz="2000" dirty="0">
                          <a:solidFill>
                            <a:schemeClr val="accent6">
                              <a:lumMod val="75000"/>
                            </a:schemeClr>
                          </a:solidFill>
                        </a:rPr>
                        <a:t>Extends the method to 4D Hyperspectral Image (HSI) compression + Hardware Implementation</a:t>
                      </a:r>
                      <a:endParaRPr lang="en-IN" sz="2000" dirty="0">
                        <a:solidFill>
                          <a:schemeClr val="accent6">
                            <a:lumMod val="75000"/>
                          </a:schemeClr>
                        </a:solidFill>
                        <a:latin typeface="Georgia Pro Condensed" panose="020B0604020202020204" charset="0"/>
                      </a:endParaRPr>
                    </a:p>
                  </a:txBody>
                  <a:tcPr/>
                </a:tc>
                <a:extLst>
                  <a:ext uri="{0D108BD9-81ED-4DB2-BD59-A6C34878D82A}">
                    <a16:rowId xmlns:a16="http://schemas.microsoft.com/office/drawing/2014/main" val="1673169017"/>
                  </a:ext>
                </a:extLst>
              </a:tr>
            </a:tbl>
          </a:graphicData>
        </a:graphic>
      </p:graphicFrame>
    </p:spTree>
    <p:extLst>
      <p:ext uri="{BB962C8B-B14F-4D97-AF65-F5344CB8AC3E}">
        <p14:creationId xmlns:p14="http://schemas.microsoft.com/office/powerpoint/2010/main" val="2695058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F12630-F7C1-953A-E451-D2A83B7C990F}"/>
              </a:ext>
            </a:extLst>
          </p:cNvPr>
          <p:cNvSpPr txBox="1"/>
          <p:nvPr/>
        </p:nvSpPr>
        <p:spPr>
          <a:xfrm>
            <a:off x="2590800" y="952500"/>
            <a:ext cx="13487400" cy="1200329"/>
          </a:xfrm>
          <a:prstGeom prst="rect">
            <a:avLst/>
          </a:prstGeom>
          <a:noFill/>
        </p:spPr>
        <p:txBody>
          <a:bodyPr wrap="square">
            <a:spAutoFit/>
          </a:bodyPr>
          <a:lstStyle/>
          <a:p>
            <a:r>
              <a:rPr lang="en-IN" sz="7200" dirty="0">
                <a:solidFill>
                  <a:srgbClr val="7030A0"/>
                </a:solidFill>
                <a:latin typeface="Georgia Pro Condensed" panose="020B0604020202020204" charset="0"/>
              </a:rPr>
              <a:t>Motivation &amp; Problem Statement</a:t>
            </a:r>
          </a:p>
        </p:txBody>
      </p:sp>
      <p:sp>
        <p:nvSpPr>
          <p:cNvPr id="5" name="TextBox 4">
            <a:extLst>
              <a:ext uri="{FF2B5EF4-FFF2-40B4-BE49-F238E27FC236}">
                <a16:creationId xmlns:a16="http://schemas.microsoft.com/office/drawing/2014/main" id="{80A2523B-3F1B-1456-0AAC-AEA02554E207}"/>
              </a:ext>
            </a:extLst>
          </p:cNvPr>
          <p:cNvSpPr txBox="1"/>
          <p:nvPr/>
        </p:nvSpPr>
        <p:spPr>
          <a:xfrm>
            <a:off x="2057400" y="3158340"/>
            <a:ext cx="15316200" cy="5262979"/>
          </a:xfrm>
          <a:prstGeom prst="rect">
            <a:avLst/>
          </a:prstGeom>
          <a:noFill/>
        </p:spPr>
        <p:txBody>
          <a:bodyPr wrap="square">
            <a:spAutoFit/>
          </a:bodyPr>
          <a:lstStyle/>
          <a:p>
            <a:r>
              <a:rPr lang="en-US" sz="2800" b="1" dirty="0">
                <a:solidFill>
                  <a:schemeClr val="tx1">
                    <a:lumMod val="95000"/>
                    <a:lumOff val="5000"/>
                  </a:schemeClr>
                </a:solidFill>
                <a:latin typeface="Georgia Pro Condensed" panose="020B0604020202020204" charset="0"/>
              </a:rPr>
              <a:t>      Challenge of Data Volume: </a:t>
            </a:r>
          </a:p>
          <a:p>
            <a:endParaRPr lang="en-US" sz="2800" dirty="0">
              <a:solidFill>
                <a:schemeClr val="tx1">
                  <a:lumMod val="95000"/>
                  <a:lumOff val="5000"/>
                </a:schemeClr>
              </a:solidFill>
              <a:latin typeface="Georgia Pro Condensed" panose="020B0604020202020204" charset="0"/>
            </a:endParaRPr>
          </a:p>
          <a:p>
            <a:pPr marL="457200" indent="-457200">
              <a:buFont typeface="Wingdings" panose="05000000000000000000" pitchFamily="2" charset="2"/>
              <a:buChar char="§"/>
            </a:pPr>
            <a:r>
              <a:rPr lang="en-US" sz="2800" dirty="0">
                <a:solidFill>
                  <a:schemeClr val="tx1">
                    <a:lumMod val="95000"/>
                    <a:lumOff val="5000"/>
                  </a:schemeClr>
                </a:solidFill>
                <a:latin typeface="Georgia Pro Condensed" panose="020B0604020202020204" charset="0"/>
              </a:rPr>
              <a:t>Multitemporal hyperspectral images generate huge amounts of data (4D data: spatial + spectral + temporal dimensions). </a:t>
            </a:r>
          </a:p>
          <a:p>
            <a:pPr marL="457200" indent="-457200">
              <a:buFont typeface="Wingdings" panose="05000000000000000000" pitchFamily="2" charset="2"/>
              <a:buChar char="§"/>
            </a:pPr>
            <a:r>
              <a:rPr lang="en-US" sz="2800" dirty="0">
                <a:solidFill>
                  <a:schemeClr val="tx1">
                    <a:lumMod val="95000"/>
                    <a:lumOff val="5000"/>
                  </a:schemeClr>
                </a:solidFill>
                <a:latin typeface="Georgia Pro Condensed" panose="020B0604020202020204" charset="0"/>
              </a:rPr>
              <a:t>Data sizes easily reach Gigabytes or Terabytes, creating serious problems for storage, transmission and real-time processing. </a:t>
            </a:r>
          </a:p>
          <a:p>
            <a:endParaRPr lang="en-US" sz="2800" dirty="0">
              <a:solidFill>
                <a:schemeClr val="tx1">
                  <a:lumMod val="95000"/>
                  <a:lumOff val="5000"/>
                </a:schemeClr>
              </a:solidFill>
              <a:latin typeface="Georgia Pro Condensed" panose="020B0604020202020204" charset="0"/>
            </a:endParaRPr>
          </a:p>
          <a:p>
            <a:endParaRPr lang="en-US" sz="2800" dirty="0">
              <a:solidFill>
                <a:schemeClr val="tx1">
                  <a:lumMod val="95000"/>
                  <a:lumOff val="5000"/>
                </a:schemeClr>
              </a:solidFill>
              <a:latin typeface="Georgia Pro Condensed" panose="020B0604020202020204" charset="0"/>
            </a:endParaRPr>
          </a:p>
          <a:p>
            <a:r>
              <a:rPr lang="en-US" sz="2800" b="1" dirty="0">
                <a:solidFill>
                  <a:schemeClr val="tx1">
                    <a:lumMod val="95000"/>
                    <a:lumOff val="5000"/>
                  </a:schemeClr>
                </a:solidFill>
                <a:latin typeface="Georgia Pro Condensed" panose="020B0604020202020204" charset="0"/>
              </a:rPr>
              <a:t>      Limitations of Existing Methods: </a:t>
            </a:r>
          </a:p>
          <a:p>
            <a:endParaRPr lang="en-US" sz="2800" dirty="0">
              <a:solidFill>
                <a:schemeClr val="tx1">
                  <a:lumMod val="95000"/>
                  <a:lumOff val="5000"/>
                </a:schemeClr>
              </a:solidFill>
              <a:latin typeface="Georgia Pro Condensed" panose="020B0604020202020204" charset="0"/>
            </a:endParaRPr>
          </a:p>
          <a:p>
            <a:pPr marL="457200" indent="-457200">
              <a:buFont typeface="Wingdings" panose="05000000000000000000" pitchFamily="2" charset="2"/>
              <a:buChar char="§"/>
            </a:pPr>
            <a:r>
              <a:rPr lang="en-US" sz="2800" dirty="0">
                <a:solidFill>
                  <a:schemeClr val="tx1">
                    <a:lumMod val="95000"/>
                    <a:lumOff val="5000"/>
                  </a:schemeClr>
                </a:solidFill>
                <a:latin typeface="Georgia Pro Condensed" panose="020B0604020202020204" charset="0"/>
              </a:rPr>
              <a:t>Most existing methods target only spatial and spectral correlations (3D HSI), not temporal. </a:t>
            </a:r>
          </a:p>
          <a:p>
            <a:pPr marL="457200" indent="-457200">
              <a:buFont typeface="Wingdings" panose="05000000000000000000" pitchFamily="2" charset="2"/>
              <a:buChar char="§"/>
            </a:pPr>
            <a:r>
              <a:rPr lang="en-US" sz="2800" dirty="0">
                <a:solidFill>
                  <a:schemeClr val="tx1">
                    <a:lumMod val="95000"/>
                    <a:lumOff val="5000"/>
                  </a:schemeClr>
                </a:solidFill>
                <a:latin typeface="Georgia Pro Condensed" panose="020B0604020202020204" charset="0"/>
              </a:rPr>
              <a:t>Some 4D approaches exist but are either lossy or too computationally complex.</a:t>
            </a:r>
            <a:endParaRPr lang="en-IN" sz="2800" dirty="0">
              <a:solidFill>
                <a:schemeClr val="tx1">
                  <a:lumMod val="95000"/>
                  <a:lumOff val="5000"/>
                </a:schemeClr>
              </a:solidFill>
              <a:latin typeface="Georgia Pro Condensed" panose="020B0604020202020204" charset="0"/>
            </a:endParaRPr>
          </a:p>
        </p:txBody>
      </p:sp>
    </p:spTree>
    <p:extLst>
      <p:ext uri="{BB962C8B-B14F-4D97-AF65-F5344CB8AC3E}">
        <p14:creationId xmlns:p14="http://schemas.microsoft.com/office/powerpoint/2010/main" val="5446520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4343400" y="822162"/>
            <a:ext cx="11201400" cy="717878"/>
          </a:xfrm>
          <a:prstGeom prst="rect">
            <a:avLst/>
          </a:prstGeom>
        </p:spPr>
        <p:txBody>
          <a:bodyPr wrap="square" lIns="0" tIns="0" rIns="0" bIns="0" rtlCol="0" anchor="t">
            <a:spAutoFit/>
          </a:bodyPr>
          <a:lstStyle/>
          <a:p>
            <a:pPr marL="0" lvl="0" indent="0" algn="l">
              <a:lnSpc>
                <a:spcPts val="5387"/>
              </a:lnSpc>
              <a:spcBef>
                <a:spcPct val="0"/>
              </a:spcBef>
            </a:pPr>
            <a:r>
              <a:rPr lang="en-US" sz="5387" u="none" strike="noStrike" dirty="0">
                <a:solidFill>
                  <a:srgbClr val="7030A0"/>
                </a:solidFill>
                <a:latin typeface="Georgia Pro Condensed"/>
                <a:ea typeface="Georgia Pro Condensed"/>
                <a:cs typeface="Georgia Pro Condensed"/>
                <a:sym typeface="Georgia Pro Condensed"/>
              </a:rPr>
              <a:t>Proposed 4D Compression Scheme</a:t>
            </a:r>
          </a:p>
        </p:txBody>
      </p:sp>
      <p:pic>
        <p:nvPicPr>
          <p:cNvPr id="7" name="Picture 6">
            <a:extLst>
              <a:ext uri="{FF2B5EF4-FFF2-40B4-BE49-F238E27FC236}">
                <a16:creationId xmlns:a16="http://schemas.microsoft.com/office/drawing/2014/main" id="{5AAB3157-C03B-9971-6097-80C1C1AD54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6173" y="2023626"/>
            <a:ext cx="15975654" cy="7082273"/>
          </a:xfrm>
          <a:prstGeom prst="rect">
            <a:avLst/>
          </a:prstGeom>
        </p:spPr>
      </p:pic>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63D4B735-6932-29EB-7569-2917E0F0E9A9}"/>
                  </a:ext>
                </a:extLst>
              </p14:cNvPr>
              <p14:cNvContentPartPr/>
              <p14:nvPr/>
            </p14:nvContentPartPr>
            <p14:xfrm>
              <a:off x="6547994" y="3111283"/>
              <a:ext cx="4469400" cy="15480"/>
            </p14:xfrm>
          </p:contentPart>
        </mc:Choice>
        <mc:Fallback xmlns="">
          <p:pic>
            <p:nvPicPr>
              <p:cNvPr id="12" name="Ink 11">
                <a:extLst>
                  <a:ext uri="{FF2B5EF4-FFF2-40B4-BE49-F238E27FC236}">
                    <a16:creationId xmlns:a16="http://schemas.microsoft.com/office/drawing/2014/main" id="{63D4B735-6932-29EB-7569-2917E0F0E9A9}"/>
                  </a:ext>
                </a:extLst>
              </p:cNvPr>
              <p:cNvPicPr/>
              <p:nvPr/>
            </p:nvPicPr>
            <p:blipFill>
              <a:blip r:embed="rId4"/>
              <a:stretch>
                <a:fillRect/>
              </a:stretch>
            </p:blipFill>
            <p:spPr>
              <a:xfrm>
                <a:off x="6457994" y="2931643"/>
                <a:ext cx="4649040" cy="3751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4" name="Ink 13">
                <a:extLst>
                  <a:ext uri="{FF2B5EF4-FFF2-40B4-BE49-F238E27FC236}">
                    <a16:creationId xmlns:a16="http://schemas.microsoft.com/office/drawing/2014/main" id="{3EC27D8F-6590-F563-472F-F8B4501ED2DF}"/>
                  </a:ext>
                </a:extLst>
              </p14:cNvPr>
              <p14:cNvContentPartPr/>
              <p14:nvPr/>
            </p14:nvContentPartPr>
            <p14:xfrm>
              <a:off x="11149514" y="3111283"/>
              <a:ext cx="45000" cy="693720"/>
            </p14:xfrm>
          </p:contentPart>
        </mc:Choice>
        <mc:Fallback xmlns="">
          <p:pic>
            <p:nvPicPr>
              <p:cNvPr id="14" name="Ink 13">
                <a:extLst>
                  <a:ext uri="{FF2B5EF4-FFF2-40B4-BE49-F238E27FC236}">
                    <a16:creationId xmlns:a16="http://schemas.microsoft.com/office/drawing/2014/main" id="{3EC27D8F-6590-F563-472F-F8B4501ED2DF}"/>
                  </a:ext>
                </a:extLst>
              </p:cNvPr>
              <p:cNvPicPr/>
              <p:nvPr/>
            </p:nvPicPr>
            <p:blipFill>
              <a:blip r:embed="rId6"/>
              <a:stretch>
                <a:fillRect/>
              </a:stretch>
            </p:blipFill>
            <p:spPr>
              <a:xfrm>
                <a:off x="11059874" y="2931643"/>
                <a:ext cx="224640" cy="10533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6" name="Ink 15">
                <a:extLst>
                  <a:ext uri="{FF2B5EF4-FFF2-40B4-BE49-F238E27FC236}">
                    <a16:creationId xmlns:a16="http://schemas.microsoft.com/office/drawing/2014/main" id="{99743AA1-8781-2BFF-89F9-5303892A5A3F}"/>
                  </a:ext>
                </a:extLst>
              </p14:cNvPr>
              <p14:cNvContentPartPr/>
              <p14:nvPr/>
            </p14:nvContentPartPr>
            <p14:xfrm>
              <a:off x="5500754" y="3834523"/>
              <a:ext cx="5693760" cy="720"/>
            </p14:xfrm>
          </p:contentPart>
        </mc:Choice>
        <mc:Fallback xmlns="">
          <p:pic>
            <p:nvPicPr>
              <p:cNvPr id="16" name="Ink 15">
                <a:extLst>
                  <a:ext uri="{FF2B5EF4-FFF2-40B4-BE49-F238E27FC236}">
                    <a16:creationId xmlns:a16="http://schemas.microsoft.com/office/drawing/2014/main" id="{99743AA1-8781-2BFF-89F9-5303892A5A3F}"/>
                  </a:ext>
                </a:extLst>
              </p:cNvPr>
              <p:cNvPicPr/>
              <p:nvPr/>
            </p:nvPicPr>
            <p:blipFill>
              <a:blip r:embed="rId8"/>
              <a:stretch>
                <a:fillRect/>
              </a:stretch>
            </p:blipFill>
            <p:spPr>
              <a:xfrm>
                <a:off x="5411114" y="3474523"/>
                <a:ext cx="5873400" cy="720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7" name="Ink 16">
                <a:extLst>
                  <a:ext uri="{FF2B5EF4-FFF2-40B4-BE49-F238E27FC236}">
                    <a16:creationId xmlns:a16="http://schemas.microsoft.com/office/drawing/2014/main" id="{1A9B320C-CAD4-ECFD-16F1-39F7DF094B87}"/>
                  </a:ext>
                </a:extLst>
              </p14:cNvPr>
              <p14:cNvContentPartPr/>
              <p14:nvPr/>
            </p14:nvContentPartPr>
            <p14:xfrm>
              <a:off x="5486354" y="3819403"/>
              <a:ext cx="360" cy="360"/>
            </p14:xfrm>
          </p:contentPart>
        </mc:Choice>
        <mc:Fallback xmlns="">
          <p:pic>
            <p:nvPicPr>
              <p:cNvPr id="17" name="Ink 16">
                <a:extLst>
                  <a:ext uri="{FF2B5EF4-FFF2-40B4-BE49-F238E27FC236}">
                    <a16:creationId xmlns:a16="http://schemas.microsoft.com/office/drawing/2014/main" id="{1A9B320C-CAD4-ECFD-16F1-39F7DF094B87}"/>
                  </a:ext>
                </a:extLst>
              </p:cNvPr>
              <p:cNvPicPr/>
              <p:nvPr/>
            </p:nvPicPr>
            <p:blipFill>
              <a:blip r:embed="rId10"/>
              <a:stretch>
                <a:fillRect/>
              </a:stretch>
            </p:blipFill>
            <p:spPr>
              <a:xfrm>
                <a:off x="5396354" y="3639763"/>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9" name="Ink 18">
                <a:extLst>
                  <a:ext uri="{FF2B5EF4-FFF2-40B4-BE49-F238E27FC236}">
                    <a16:creationId xmlns:a16="http://schemas.microsoft.com/office/drawing/2014/main" id="{4B01F1A9-8FFA-94DC-EED8-8F4D754AA5A0}"/>
                  </a:ext>
                </a:extLst>
              </p14:cNvPr>
              <p14:cNvContentPartPr/>
              <p14:nvPr/>
            </p14:nvContentPartPr>
            <p14:xfrm>
              <a:off x="5485994" y="3067363"/>
              <a:ext cx="720" cy="752040"/>
            </p14:xfrm>
          </p:contentPart>
        </mc:Choice>
        <mc:Fallback xmlns="">
          <p:pic>
            <p:nvPicPr>
              <p:cNvPr id="19" name="Ink 18">
                <a:extLst>
                  <a:ext uri="{FF2B5EF4-FFF2-40B4-BE49-F238E27FC236}">
                    <a16:creationId xmlns:a16="http://schemas.microsoft.com/office/drawing/2014/main" id="{4B01F1A9-8FFA-94DC-EED8-8F4D754AA5A0}"/>
                  </a:ext>
                </a:extLst>
              </p:cNvPr>
              <p:cNvPicPr/>
              <p:nvPr/>
            </p:nvPicPr>
            <p:blipFill>
              <a:blip r:embed="rId12"/>
              <a:stretch>
                <a:fillRect/>
              </a:stretch>
            </p:blipFill>
            <p:spPr>
              <a:xfrm>
                <a:off x="5305994" y="2887723"/>
                <a:ext cx="360000" cy="11116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0" name="Ink 19">
                <a:extLst>
                  <a:ext uri="{FF2B5EF4-FFF2-40B4-BE49-F238E27FC236}">
                    <a16:creationId xmlns:a16="http://schemas.microsoft.com/office/drawing/2014/main" id="{E45333B5-E4DC-C501-DB24-E6CB15F60726}"/>
                  </a:ext>
                </a:extLst>
              </p14:cNvPr>
              <p14:cNvContentPartPr/>
              <p14:nvPr/>
            </p14:nvContentPartPr>
            <p14:xfrm>
              <a:off x="5471594" y="3067723"/>
              <a:ext cx="360" cy="360"/>
            </p14:xfrm>
          </p:contentPart>
        </mc:Choice>
        <mc:Fallback xmlns="">
          <p:pic>
            <p:nvPicPr>
              <p:cNvPr id="20" name="Ink 19">
                <a:extLst>
                  <a:ext uri="{FF2B5EF4-FFF2-40B4-BE49-F238E27FC236}">
                    <a16:creationId xmlns:a16="http://schemas.microsoft.com/office/drawing/2014/main" id="{E45333B5-E4DC-C501-DB24-E6CB15F60726}"/>
                  </a:ext>
                </a:extLst>
              </p:cNvPr>
              <p:cNvPicPr/>
              <p:nvPr/>
            </p:nvPicPr>
            <p:blipFill>
              <a:blip r:embed="rId10"/>
              <a:stretch>
                <a:fillRect/>
              </a:stretch>
            </p:blipFill>
            <p:spPr>
              <a:xfrm>
                <a:off x="5381594" y="2887723"/>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2" name="Ink 21">
                <a:extLst>
                  <a:ext uri="{FF2B5EF4-FFF2-40B4-BE49-F238E27FC236}">
                    <a16:creationId xmlns:a16="http://schemas.microsoft.com/office/drawing/2014/main" id="{920EFFE8-97C9-A116-A34A-18DDF46CF9D3}"/>
                  </a:ext>
                </a:extLst>
              </p14:cNvPr>
              <p14:cNvContentPartPr/>
              <p14:nvPr/>
            </p14:nvContentPartPr>
            <p14:xfrm>
              <a:off x="5471234" y="3067363"/>
              <a:ext cx="5649840" cy="720"/>
            </p14:xfrm>
          </p:contentPart>
        </mc:Choice>
        <mc:Fallback xmlns="">
          <p:pic>
            <p:nvPicPr>
              <p:cNvPr id="22" name="Ink 21">
                <a:extLst>
                  <a:ext uri="{FF2B5EF4-FFF2-40B4-BE49-F238E27FC236}">
                    <a16:creationId xmlns:a16="http://schemas.microsoft.com/office/drawing/2014/main" id="{920EFFE8-97C9-A116-A34A-18DDF46CF9D3}"/>
                  </a:ext>
                </a:extLst>
              </p:cNvPr>
              <p:cNvPicPr/>
              <p:nvPr/>
            </p:nvPicPr>
            <p:blipFill>
              <a:blip r:embed="rId15"/>
              <a:stretch>
                <a:fillRect/>
              </a:stretch>
            </p:blipFill>
            <p:spPr>
              <a:xfrm>
                <a:off x="5381594" y="2707363"/>
                <a:ext cx="5829480" cy="720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3" name="Ink 22">
                <a:extLst>
                  <a:ext uri="{FF2B5EF4-FFF2-40B4-BE49-F238E27FC236}">
                    <a16:creationId xmlns:a16="http://schemas.microsoft.com/office/drawing/2014/main" id="{54F8F0EF-60EB-7AEB-C4EB-D97C1BD47E35}"/>
                  </a:ext>
                </a:extLst>
              </p14:cNvPr>
              <p14:cNvContentPartPr/>
              <p14:nvPr/>
            </p14:nvContentPartPr>
            <p14:xfrm>
              <a:off x="11120354" y="3126763"/>
              <a:ext cx="360" cy="360"/>
            </p14:xfrm>
          </p:contentPart>
        </mc:Choice>
        <mc:Fallback xmlns="">
          <p:pic>
            <p:nvPicPr>
              <p:cNvPr id="23" name="Ink 22">
                <a:extLst>
                  <a:ext uri="{FF2B5EF4-FFF2-40B4-BE49-F238E27FC236}">
                    <a16:creationId xmlns:a16="http://schemas.microsoft.com/office/drawing/2014/main" id="{54F8F0EF-60EB-7AEB-C4EB-D97C1BD47E35}"/>
                  </a:ext>
                </a:extLst>
              </p:cNvPr>
              <p:cNvPicPr/>
              <p:nvPr/>
            </p:nvPicPr>
            <p:blipFill>
              <a:blip r:embed="rId10"/>
              <a:stretch>
                <a:fillRect/>
              </a:stretch>
            </p:blipFill>
            <p:spPr>
              <a:xfrm>
                <a:off x="11030354" y="2947123"/>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4" name="Ink 23">
                <a:extLst>
                  <a:ext uri="{FF2B5EF4-FFF2-40B4-BE49-F238E27FC236}">
                    <a16:creationId xmlns:a16="http://schemas.microsoft.com/office/drawing/2014/main" id="{A63A12AB-CF56-719A-AF8E-07EDF66BEA76}"/>
                  </a:ext>
                </a:extLst>
              </p14:cNvPr>
              <p14:cNvContentPartPr/>
              <p14:nvPr/>
            </p14:nvContentPartPr>
            <p14:xfrm>
              <a:off x="5632154" y="3243763"/>
              <a:ext cx="5400000" cy="371520"/>
            </p14:xfrm>
          </p:contentPart>
        </mc:Choice>
        <mc:Fallback xmlns="">
          <p:pic>
            <p:nvPicPr>
              <p:cNvPr id="24" name="Ink 23">
                <a:extLst>
                  <a:ext uri="{FF2B5EF4-FFF2-40B4-BE49-F238E27FC236}">
                    <a16:creationId xmlns:a16="http://schemas.microsoft.com/office/drawing/2014/main" id="{A63A12AB-CF56-719A-AF8E-07EDF66BEA76}"/>
                  </a:ext>
                </a:extLst>
              </p:cNvPr>
              <p:cNvPicPr/>
              <p:nvPr/>
            </p:nvPicPr>
            <p:blipFill>
              <a:blip r:embed="rId18"/>
              <a:stretch>
                <a:fillRect/>
              </a:stretch>
            </p:blipFill>
            <p:spPr>
              <a:xfrm>
                <a:off x="5542514" y="3064123"/>
                <a:ext cx="5579640" cy="7311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8" name="Ink 27">
                <a:extLst>
                  <a:ext uri="{FF2B5EF4-FFF2-40B4-BE49-F238E27FC236}">
                    <a16:creationId xmlns:a16="http://schemas.microsoft.com/office/drawing/2014/main" id="{10DE697F-09AB-9E99-8852-9E118E4183B0}"/>
                  </a:ext>
                </a:extLst>
              </p14:cNvPr>
              <p14:cNvContentPartPr/>
              <p14:nvPr/>
            </p14:nvContentPartPr>
            <p14:xfrm>
              <a:off x="2344994" y="7241203"/>
              <a:ext cx="720" cy="502200"/>
            </p14:xfrm>
          </p:contentPart>
        </mc:Choice>
        <mc:Fallback xmlns="">
          <p:pic>
            <p:nvPicPr>
              <p:cNvPr id="28" name="Ink 27">
                <a:extLst>
                  <a:ext uri="{FF2B5EF4-FFF2-40B4-BE49-F238E27FC236}">
                    <a16:creationId xmlns:a16="http://schemas.microsoft.com/office/drawing/2014/main" id="{10DE697F-09AB-9E99-8852-9E118E4183B0}"/>
                  </a:ext>
                </a:extLst>
              </p:cNvPr>
              <p:cNvPicPr/>
              <p:nvPr/>
            </p:nvPicPr>
            <p:blipFill>
              <a:blip r:embed="rId20"/>
              <a:stretch>
                <a:fillRect/>
              </a:stretch>
            </p:blipFill>
            <p:spPr>
              <a:xfrm>
                <a:off x="2165714" y="7061203"/>
                <a:ext cx="360000" cy="8618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0" name="Ink 29">
                <a:extLst>
                  <a:ext uri="{FF2B5EF4-FFF2-40B4-BE49-F238E27FC236}">
                    <a16:creationId xmlns:a16="http://schemas.microsoft.com/office/drawing/2014/main" id="{6E9EC7B1-EE10-59F6-4089-302579670954}"/>
                  </a:ext>
                </a:extLst>
              </p14:cNvPr>
              <p14:cNvContentPartPr/>
              <p14:nvPr/>
            </p14:nvContentPartPr>
            <p14:xfrm>
              <a:off x="2344994" y="7860403"/>
              <a:ext cx="3687120" cy="720"/>
            </p14:xfrm>
          </p:contentPart>
        </mc:Choice>
        <mc:Fallback xmlns="">
          <p:pic>
            <p:nvPicPr>
              <p:cNvPr id="30" name="Ink 29">
                <a:extLst>
                  <a:ext uri="{FF2B5EF4-FFF2-40B4-BE49-F238E27FC236}">
                    <a16:creationId xmlns:a16="http://schemas.microsoft.com/office/drawing/2014/main" id="{6E9EC7B1-EE10-59F6-4089-302579670954}"/>
                  </a:ext>
                </a:extLst>
              </p:cNvPr>
              <p:cNvPicPr/>
              <p:nvPr/>
            </p:nvPicPr>
            <p:blipFill>
              <a:blip r:embed="rId22"/>
              <a:stretch>
                <a:fillRect/>
              </a:stretch>
            </p:blipFill>
            <p:spPr>
              <a:xfrm>
                <a:off x="2255354" y="7501123"/>
                <a:ext cx="3866760" cy="720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1" name="Ink 30">
                <a:extLst>
                  <a:ext uri="{FF2B5EF4-FFF2-40B4-BE49-F238E27FC236}">
                    <a16:creationId xmlns:a16="http://schemas.microsoft.com/office/drawing/2014/main" id="{1CDCAB9D-92FE-C400-FCE3-3D0D541770F3}"/>
                  </a:ext>
                </a:extLst>
              </p14:cNvPr>
              <p14:cNvContentPartPr/>
              <p14:nvPr/>
            </p14:nvContentPartPr>
            <p14:xfrm>
              <a:off x="6031754" y="7869403"/>
              <a:ext cx="79560" cy="6120"/>
            </p14:xfrm>
          </p:contentPart>
        </mc:Choice>
        <mc:Fallback xmlns="">
          <p:pic>
            <p:nvPicPr>
              <p:cNvPr id="31" name="Ink 30">
                <a:extLst>
                  <a:ext uri="{FF2B5EF4-FFF2-40B4-BE49-F238E27FC236}">
                    <a16:creationId xmlns:a16="http://schemas.microsoft.com/office/drawing/2014/main" id="{1CDCAB9D-92FE-C400-FCE3-3D0D541770F3}"/>
                  </a:ext>
                </a:extLst>
              </p:cNvPr>
              <p:cNvPicPr/>
              <p:nvPr/>
            </p:nvPicPr>
            <p:blipFill>
              <a:blip r:embed="rId24"/>
              <a:stretch>
                <a:fillRect/>
              </a:stretch>
            </p:blipFill>
            <p:spPr>
              <a:xfrm>
                <a:off x="5942114" y="7689763"/>
                <a:ext cx="259200" cy="3657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3" name="Ink 32">
                <a:extLst>
                  <a:ext uri="{FF2B5EF4-FFF2-40B4-BE49-F238E27FC236}">
                    <a16:creationId xmlns:a16="http://schemas.microsoft.com/office/drawing/2014/main" id="{B5CAD69E-01D4-BF35-2B3D-59582B376A9A}"/>
                  </a:ext>
                </a:extLst>
              </p14:cNvPr>
              <p14:cNvContentPartPr/>
              <p14:nvPr/>
            </p14:nvContentPartPr>
            <p14:xfrm>
              <a:off x="6120314" y="7255603"/>
              <a:ext cx="720" cy="605160"/>
            </p14:xfrm>
          </p:contentPart>
        </mc:Choice>
        <mc:Fallback xmlns="">
          <p:pic>
            <p:nvPicPr>
              <p:cNvPr id="33" name="Ink 32">
                <a:extLst>
                  <a:ext uri="{FF2B5EF4-FFF2-40B4-BE49-F238E27FC236}">
                    <a16:creationId xmlns:a16="http://schemas.microsoft.com/office/drawing/2014/main" id="{B5CAD69E-01D4-BF35-2B3D-59582B376A9A}"/>
                  </a:ext>
                </a:extLst>
              </p:cNvPr>
              <p:cNvPicPr/>
              <p:nvPr/>
            </p:nvPicPr>
            <p:blipFill>
              <a:blip r:embed="rId26"/>
              <a:stretch>
                <a:fillRect/>
              </a:stretch>
            </p:blipFill>
            <p:spPr>
              <a:xfrm>
                <a:off x="5940314" y="7075963"/>
                <a:ext cx="360000" cy="9648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4" name="Ink 33">
                <a:extLst>
                  <a:ext uri="{FF2B5EF4-FFF2-40B4-BE49-F238E27FC236}">
                    <a16:creationId xmlns:a16="http://schemas.microsoft.com/office/drawing/2014/main" id="{44289AF2-DBD5-014E-2478-ED5A47D17C6E}"/>
                  </a:ext>
                </a:extLst>
              </p14:cNvPr>
              <p14:cNvContentPartPr/>
              <p14:nvPr/>
            </p14:nvContentPartPr>
            <p14:xfrm>
              <a:off x="2433554" y="7225723"/>
              <a:ext cx="3420720" cy="31680"/>
            </p14:xfrm>
          </p:contentPart>
        </mc:Choice>
        <mc:Fallback xmlns="">
          <p:pic>
            <p:nvPicPr>
              <p:cNvPr id="34" name="Ink 33">
                <a:extLst>
                  <a:ext uri="{FF2B5EF4-FFF2-40B4-BE49-F238E27FC236}">
                    <a16:creationId xmlns:a16="http://schemas.microsoft.com/office/drawing/2014/main" id="{44289AF2-DBD5-014E-2478-ED5A47D17C6E}"/>
                  </a:ext>
                </a:extLst>
              </p:cNvPr>
              <p:cNvPicPr/>
              <p:nvPr/>
            </p:nvPicPr>
            <p:blipFill>
              <a:blip r:embed="rId28"/>
              <a:stretch>
                <a:fillRect/>
              </a:stretch>
            </p:blipFill>
            <p:spPr>
              <a:xfrm>
                <a:off x="2343914" y="7045723"/>
                <a:ext cx="3600360" cy="3913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6" name="Ink 35">
                <a:extLst>
                  <a:ext uri="{FF2B5EF4-FFF2-40B4-BE49-F238E27FC236}">
                    <a16:creationId xmlns:a16="http://schemas.microsoft.com/office/drawing/2014/main" id="{8F00A02B-90AB-CA17-B1C8-3C906DB36830}"/>
                  </a:ext>
                </a:extLst>
              </p14:cNvPr>
              <p14:cNvContentPartPr/>
              <p14:nvPr/>
            </p14:nvContentPartPr>
            <p14:xfrm>
              <a:off x="2555594" y="7241203"/>
              <a:ext cx="3402720" cy="399240"/>
            </p14:xfrm>
          </p:contentPart>
        </mc:Choice>
        <mc:Fallback xmlns="">
          <p:pic>
            <p:nvPicPr>
              <p:cNvPr id="36" name="Ink 35">
                <a:extLst>
                  <a:ext uri="{FF2B5EF4-FFF2-40B4-BE49-F238E27FC236}">
                    <a16:creationId xmlns:a16="http://schemas.microsoft.com/office/drawing/2014/main" id="{8F00A02B-90AB-CA17-B1C8-3C906DB36830}"/>
                  </a:ext>
                </a:extLst>
              </p:cNvPr>
              <p:cNvPicPr/>
              <p:nvPr/>
            </p:nvPicPr>
            <p:blipFill>
              <a:blip r:embed="rId30"/>
              <a:stretch>
                <a:fillRect/>
              </a:stretch>
            </p:blipFill>
            <p:spPr>
              <a:xfrm>
                <a:off x="2465594" y="7061563"/>
                <a:ext cx="3582360" cy="75888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1915" y="1772103"/>
            <a:ext cx="17284169" cy="2077492"/>
          </a:xfrm>
          <a:prstGeom prst="rect">
            <a:avLst/>
          </a:prstGeom>
        </p:spPr>
        <p:txBody>
          <a:bodyPr wrap="square" lIns="0" tIns="0" rIns="0" bIns="0" rtlCol="0" anchor="t">
            <a:spAutoFit/>
          </a:bodyPr>
          <a:lstStyle/>
          <a:p>
            <a:pPr marL="457200" lvl="0" indent="-457200">
              <a:lnSpc>
                <a:spcPts val="2727"/>
              </a:lnSpc>
              <a:spcBef>
                <a:spcPct val="0"/>
              </a:spcBef>
              <a:buFont typeface="Wingdings" panose="05000000000000000000" pitchFamily="2" charset="2"/>
              <a:buChar char="§"/>
            </a:pPr>
            <a:r>
              <a:rPr lang="en-US" sz="2800" dirty="0">
                <a:solidFill>
                  <a:schemeClr val="tx1">
                    <a:lumMod val="95000"/>
                    <a:lumOff val="5000"/>
                  </a:schemeClr>
                </a:solidFill>
                <a:latin typeface="Georgia Pro Condensed" panose="020B0604020202020204" charset="0"/>
              </a:rPr>
              <a:t>Loaded three hyperspectral cubes: Morning, Noon, and Afternoon </a:t>
            </a:r>
          </a:p>
          <a:p>
            <a:pPr marL="457200" lvl="0" indent="-457200">
              <a:lnSpc>
                <a:spcPts val="2727"/>
              </a:lnSpc>
              <a:spcBef>
                <a:spcPct val="0"/>
              </a:spcBef>
              <a:buFont typeface="Wingdings" panose="05000000000000000000" pitchFamily="2" charset="2"/>
              <a:buChar char="§"/>
            </a:pPr>
            <a:r>
              <a:rPr lang="en-US" sz="2800" dirty="0">
                <a:solidFill>
                  <a:schemeClr val="tx1">
                    <a:lumMod val="95000"/>
                    <a:lumOff val="5000"/>
                  </a:schemeClr>
                </a:solidFill>
                <a:latin typeface="Georgia Pro Condensed" panose="020B0604020202020204" charset="0"/>
              </a:rPr>
              <a:t>Noon and Afternoon datasets were generated by using controlled brightness scaling to emulate temporal variations. </a:t>
            </a:r>
          </a:p>
          <a:p>
            <a:pPr marL="457200" lvl="0" indent="-457200">
              <a:lnSpc>
                <a:spcPts val="2727"/>
              </a:lnSpc>
              <a:spcBef>
                <a:spcPct val="0"/>
              </a:spcBef>
              <a:buFont typeface="Wingdings" panose="05000000000000000000" pitchFamily="2" charset="2"/>
              <a:buChar char="§"/>
            </a:pPr>
            <a:r>
              <a:rPr lang="en-US" sz="2800" dirty="0">
                <a:solidFill>
                  <a:schemeClr val="tx1">
                    <a:lumMod val="95000"/>
                    <a:lumOff val="5000"/>
                  </a:schemeClr>
                </a:solidFill>
                <a:latin typeface="Georgia Pro Condensed" panose="020B0604020202020204" charset="0"/>
              </a:rPr>
              <a:t>Each cube contains 292x153 pixels and 31 spectral bands</a:t>
            </a:r>
          </a:p>
          <a:p>
            <a:pPr marL="457200" lvl="0" indent="-457200">
              <a:lnSpc>
                <a:spcPts val="2727"/>
              </a:lnSpc>
              <a:spcBef>
                <a:spcPct val="0"/>
              </a:spcBef>
              <a:buFont typeface="Wingdings" panose="05000000000000000000" pitchFamily="2" charset="2"/>
              <a:buChar char="§"/>
            </a:pPr>
            <a:r>
              <a:rPr lang="en-US" sz="2800" dirty="0">
                <a:solidFill>
                  <a:schemeClr val="tx1">
                    <a:lumMod val="95000"/>
                    <a:lumOff val="5000"/>
                  </a:schemeClr>
                </a:solidFill>
                <a:latin typeface="Georgia Pro Condensed" panose="020B0604020202020204" charset="0"/>
              </a:rPr>
              <a:t>Verified all cubes have same dimensions </a:t>
            </a:r>
          </a:p>
          <a:p>
            <a:pPr marL="457200" lvl="0" indent="-457200">
              <a:lnSpc>
                <a:spcPts val="2727"/>
              </a:lnSpc>
              <a:spcBef>
                <a:spcPct val="0"/>
              </a:spcBef>
              <a:buFont typeface="Wingdings" panose="05000000000000000000" pitchFamily="2" charset="2"/>
              <a:buChar char="§"/>
            </a:pPr>
            <a:r>
              <a:rPr lang="en-US" sz="2800" dirty="0">
                <a:solidFill>
                  <a:schemeClr val="tx1">
                    <a:lumMod val="95000"/>
                    <a:lumOff val="5000"/>
                  </a:schemeClr>
                </a:solidFill>
                <a:latin typeface="Georgia Pro Condensed" panose="020B0604020202020204" charset="0"/>
              </a:rPr>
              <a:t>Stacked together to form a 4-D hyperspectral dataset (m × n × B × T) </a:t>
            </a:r>
          </a:p>
          <a:p>
            <a:pPr marL="457200" lvl="0" indent="-457200">
              <a:lnSpc>
                <a:spcPts val="2727"/>
              </a:lnSpc>
              <a:spcBef>
                <a:spcPct val="0"/>
              </a:spcBef>
              <a:buFont typeface="Wingdings" panose="05000000000000000000" pitchFamily="2" charset="2"/>
              <a:buChar char="§"/>
            </a:pPr>
            <a:r>
              <a:rPr lang="en-US" sz="2800" dirty="0">
                <a:solidFill>
                  <a:schemeClr val="tx1">
                    <a:lumMod val="95000"/>
                    <a:lumOff val="5000"/>
                  </a:schemeClr>
                </a:solidFill>
                <a:latin typeface="Georgia Pro Condensed" panose="020B0604020202020204" charset="0"/>
              </a:rPr>
              <a:t>This prepares the data for spatial, spectral, and temporal prediction</a:t>
            </a:r>
            <a:endParaRPr lang="en-US" sz="2727" u="none" strike="noStrike" dirty="0">
              <a:solidFill>
                <a:schemeClr val="tx1">
                  <a:lumMod val="95000"/>
                  <a:lumOff val="5000"/>
                </a:schemeClr>
              </a:solidFill>
              <a:latin typeface="Georgia Pro Condensed" panose="020B0604020202020204" charset="0"/>
              <a:ea typeface="Georgia Pro Condensed"/>
              <a:cs typeface="Georgia Pro Condensed"/>
              <a:sym typeface="Georgia Pro Condensed"/>
            </a:endParaRPr>
          </a:p>
        </p:txBody>
      </p:sp>
      <p:sp>
        <p:nvSpPr>
          <p:cNvPr id="3" name="TextBox 3"/>
          <p:cNvSpPr txBox="1"/>
          <p:nvPr/>
        </p:nvSpPr>
        <p:spPr>
          <a:xfrm>
            <a:off x="501915" y="859198"/>
            <a:ext cx="17131769" cy="487313"/>
          </a:xfrm>
          <a:prstGeom prst="rect">
            <a:avLst/>
          </a:prstGeom>
        </p:spPr>
        <p:txBody>
          <a:bodyPr wrap="square" lIns="0" tIns="0" rIns="0" bIns="0" rtlCol="0" anchor="t">
            <a:spAutoFit/>
          </a:bodyPr>
          <a:lstStyle/>
          <a:p>
            <a:pPr lvl="0">
              <a:lnSpc>
                <a:spcPts val="3787"/>
              </a:lnSpc>
              <a:spcBef>
                <a:spcPct val="0"/>
              </a:spcBef>
            </a:pPr>
            <a:r>
              <a:rPr lang="en-US" sz="3787" b="1" dirty="0">
                <a:solidFill>
                  <a:srgbClr val="7030A0"/>
                </a:solidFill>
                <a:latin typeface="Georgia Pro Condensed" panose="020B0604020202020204" charset="0"/>
                <a:ea typeface="Georgia Pro Condensed"/>
                <a:cs typeface="Georgia Pro Condensed"/>
                <a:sym typeface="Georgia Pro Condensed"/>
              </a:rPr>
              <a:t>1. Input Data Preparation</a:t>
            </a:r>
            <a:endParaRPr lang="en-US" sz="3787" b="1" u="none" strike="noStrike" dirty="0">
              <a:solidFill>
                <a:srgbClr val="7030A0"/>
              </a:solidFill>
              <a:latin typeface="Georgia Pro Condensed" panose="020B0604020202020204" charset="0"/>
              <a:ea typeface="Georgia Pro Condensed"/>
              <a:cs typeface="Georgia Pro Condensed"/>
              <a:sym typeface="Georgia Pro Condensed"/>
            </a:endParaRPr>
          </a:p>
        </p:txBody>
      </p:sp>
      <p:pic>
        <p:nvPicPr>
          <p:cNvPr id="7" name="Picture 6">
            <a:extLst>
              <a:ext uri="{FF2B5EF4-FFF2-40B4-BE49-F238E27FC236}">
                <a16:creationId xmlns:a16="http://schemas.microsoft.com/office/drawing/2014/main" id="{16F5F82F-2B19-B01E-DD29-5A16930D44B5}"/>
              </a:ext>
            </a:extLst>
          </p:cNvPr>
          <p:cNvPicPr>
            <a:picLocks noChangeAspect="1"/>
          </p:cNvPicPr>
          <p:nvPr/>
        </p:nvPicPr>
        <p:blipFill>
          <a:blip r:embed="rId2"/>
          <a:stretch>
            <a:fillRect/>
          </a:stretch>
        </p:blipFill>
        <p:spPr>
          <a:xfrm>
            <a:off x="533398" y="4904165"/>
            <a:ext cx="4953001" cy="2535234"/>
          </a:xfrm>
          <a:prstGeom prst="rect">
            <a:avLst/>
          </a:prstGeom>
        </p:spPr>
      </p:pic>
      <p:pic>
        <p:nvPicPr>
          <p:cNvPr id="9" name="Picture 8">
            <a:extLst>
              <a:ext uri="{FF2B5EF4-FFF2-40B4-BE49-F238E27FC236}">
                <a16:creationId xmlns:a16="http://schemas.microsoft.com/office/drawing/2014/main" id="{46382E7C-4299-4805-F2F8-ADF12B839108}"/>
              </a:ext>
            </a:extLst>
          </p:cNvPr>
          <p:cNvPicPr>
            <a:picLocks noChangeAspect="1"/>
          </p:cNvPicPr>
          <p:nvPr/>
        </p:nvPicPr>
        <p:blipFill>
          <a:blip r:embed="rId3"/>
          <a:stretch>
            <a:fillRect/>
          </a:stretch>
        </p:blipFill>
        <p:spPr>
          <a:xfrm>
            <a:off x="6400800" y="4924447"/>
            <a:ext cx="4515480" cy="2353003"/>
          </a:xfrm>
          <a:prstGeom prst="rect">
            <a:avLst/>
          </a:prstGeom>
        </p:spPr>
      </p:pic>
      <p:pic>
        <p:nvPicPr>
          <p:cNvPr id="11" name="Picture 10">
            <a:extLst>
              <a:ext uri="{FF2B5EF4-FFF2-40B4-BE49-F238E27FC236}">
                <a16:creationId xmlns:a16="http://schemas.microsoft.com/office/drawing/2014/main" id="{B834AD67-DA24-A0E0-6965-4C2F0E44EDA4}"/>
              </a:ext>
            </a:extLst>
          </p:cNvPr>
          <p:cNvPicPr>
            <a:picLocks noChangeAspect="1"/>
          </p:cNvPicPr>
          <p:nvPr/>
        </p:nvPicPr>
        <p:blipFill>
          <a:blip r:embed="rId4"/>
          <a:stretch>
            <a:fillRect/>
          </a:stretch>
        </p:blipFill>
        <p:spPr>
          <a:xfrm>
            <a:off x="11963400" y="4904165"/>
            <a:ext cx="4372585" cy="2372056"/>
          </a:xfrm>
          <a:prstGeom prst="rect">
            <a:avLst/>
          </a:prstGeom>
        </p:spPr>
      </p:pic>
      <p:sp>
        <p:nvSpPr>
          <p:cNvPr id="13" name="TextBox 12">
            <a:extLst>
              <a:ext uri="{FF2B5EF4-FFF2-40B4-BE49-F238E27FC236}">
                <a16:creationId xmlns:a16="http://schemas.microsoft.com/office/drawing/2014/main" id="{D46BDA44-D500-619F-AFA8-13B13828CA1B}"/>
              </a:ext>
            </a:extLst>
          </p:cNvPr>
          <p:cNvSpPr txBox="1"/>
          <p:nvPr/>
        </p:nvSpPr>
        <p:spPr>
          <a:xfrm>
            <a:off x="685800" y="7439399"/>
            <a:ext cx="4800600" cy="400110"/>
          </a:xfrm>
          <a:prstGeom prst="rect">
            <a:avLst/>
          </a:prstGeom>
          <a:noFill/>
        </p:spPr>
        <p:txBody>
          <a:bodyPr wrap="square">
            <a:spAutoFit/>
          </a:bodyPr>
          <a:lstStyle/>
          <a:p>
            <a:r>
              <a:rPr lang="en-US" sz="2000" dirty="0">
                <a:solidFill>
                  <a:srgbClr val="002060"/>
                </a:solidFill>
              </a:rPr>
              <a:t>Morning Dataset – 31st Spectral Band</a:t>
            </a:r>
            <a:endParaRPr lang="en-IN" sz="2000" dirty="0">
              <a:solidFill>
                <a:srgbClr val="002060"/>
              </a:solidFill>
            </a:endParaRPr>
          </a:p>
        </p:txBody>
      </p:sp>
      <p:sp>
        <p:nvSpPr>
          <p:cNvPr id="15" name="TextBox 14">
            <a:extLst>
              <a:ext uri="{FF2B5EF4-FFF2-40B4-BE49-F238E27FC236}">
                <a16:creationId xmlns:a16="http://schemas.microsoft.com/office/drawing/2014/main" id="{A9065189-940A-D2FB-F88D-AB5612528911}"/>
              </a:ext>
            </a:extLst>
          </p:cNvPr>
          <p:cNvSpPr txBox="1"/>
          <p:nvPr/>
        </p:nvSpPr>
        <p:spPr>
          <a:xfrm>
            <a:off x="6400800" y="7439399"/>
            <a:ext cx="4648200" cy="400110"/>
          </a:xfrm>
          <a:prstGeom prst="rect">
            <a:avLst/>
          </a:prstGeom>
          <a:noFill/>
        </p:spPr>
        <p:txBody>
          <a:bodyPr wrap="square">
            <a:spAutoFit/>
          </a:bodyPr>
          <a:lstStyle/>
          <a:p>
            <a:r>
              <a:rPr lang="en-US" sz="2000" dirty="0">
                <a:solidFill>
                  <a:srgbClr val="002060"/>
                </a:solidFill>
              </a:rPr>
              <a:t>Afternoon Dataset – 31st Spectral Band</a:t>
            </a:r>
            <a:endParaRPr lang="en-IN" sz="2000" dirty="0">
              <a:solidFill>
                <a:srgbClr val="002060"/>
              </a:solidFill>
            </a:endParaRPr>
          </a:p>
        </p:txBody>
      </p:sp>
      <p:sp>
        <p:nvSpPr>
          <p:cNvPr id="17" name="TextBox 16">
            <a:extLst>
              <a:ext uri="{FF2B5EF4-FFF2-40B4-BE49-F238E27FC236}">
                <a16:creationId xmlns:a16="http://schemas.microsoft.com/office/drawing/2014/main" id="{98C0ECF3-22BD-0830-C264-41A68EDE859B}"/>
              </a:ext>
            </a:extLst>
          </p:cNvPr>
          <p:cNvSpPr txBox="1"/>
          <p:nvPr/>
        </p:nvSpPr>
        <p:spPr>
          <a:xfrm>
            <a:off x="11963400" y="7439399"/>
            <a:ext cx="4648200" cy="400110"/>
          </a:xfrm>
          <a:prstGeom prst="rect">
            <a:avLst/>
          </a:prstGeom>
          <a:noFill/>
        </p:spPr>
        <p:txBody>
          <a:bodyPr wrap="square">
            <a:spAutoFit/>
          </a:bodyPr>
          <a:lstStyle/>
          <a:p>
            <a:r>
              <a:rPr lang="en-US" sz="2000" dirty="0">
                <a:solidFill>
                  <a:srgbClr val="002060"/>
                </a:solidFill>
              </a:rPr>
              <a:t>Noon Dataset – 31st Spectral Band</a:t>
            </a:r>
            <a:endParaRPr lang="en-IN" sz="2000" dirty="0">
              <a:solidFill>
                <a:srgbClr val="002060"/>
              </a:solidFill>
            </a:endParaRPr>
          </a:p>
        </p:txBody>
      </p:sp>
      <p:sp>
        <p:nvSpPr>
          <p:cNvPr id="19" name="TextBox 18">
            <a:extLst>
              <a:ext uri="{FF2B5EF4-FFF2-40B4-BE49-F238E27FC236}">
                <a16:creationId xmlns:a16="http://schemas.microsoft.com/office/drawing/2014/main" id="{73B8BE79-4D01-A6AD-0C36-85F9826D13D1}"/>
              </a:ext>
            </a:extLst>
          </p:cNvPr>
          <p:cNvSpPr txBox="1"/>
          <p:nvPr/>
        </p:nvSpPr>
        <p:spPr>
          <a:xfrm>
            <a:off x="2590800" y="8357383"/>
            <a:ext cx="14249400" cy="461665"/>
          </a:xfrm>
          <a:prstGeom prst="rect">
            <a:avLst/>
          </a:prstGeom>
          <a:noFill/>
        </p:spPr>
        <p:txBody>
          <a:bodyPr wrap="square">
            <a:spAutoFit/>
          </a:bodyPr>
          <a:lstStyle/>
          <a:p>
            <a:r>
              <a:rPr lang="en-US" sz="2400" dirty="0">
                <a:solidFill>
                  <a:schemeClr val="tx1">
                    <a:lumMod val="85000"/>
                    <a:lumOff val="15000"/>
                  </a:schemeClr>
                </a:solidFill>
                <a:latin typeface="Georgia Pro Condensed" panose="020B0604020202020204" charset="0"/>
              </a:rPr>
              <a:t>Figure 3.: Deep RGB-driven Learning Network for Unsupervised Hyperspectral Image Super-resolution [3]</a:t>
            </a:r>
            <a:endParaRPr lang="en-IN" sz="2400" dirty="0">
              <a:solidFill>
                <a:schemeClr val="tx1">
                  <a:lumMod val="85000"/>
                  <a:lumOff val="15000"/>
                </a:schemeClr>
              </a:solidFill>
              <a:latin typeface="Georgia Pro Condensed" panose="020B06040202020202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CFF57B-E65D-C1AD-FF21-934FB566BE73}"/>
              </a:ext>
            </a:extLst>
          </p:cNvPr>
          <p:cNvSpPr txBox="1"/>
          <p:nvPr/>
        </p:nvSpPr>
        <p:spPr>
          <a:xfrm>
            <a:off x="838200" y="647700"/>
            <a:ext cx="12877800" cy="579646"/>
          </a:xfrm>
          <a:prstGeom prst="rect">
            <a:avLst/>
          </a:prstGeom>
          <a:noFill/>
        </p:spPr>
        <p:txBody>
          <a:bodyPr wrap="square">
            <a:spAutoFit/>
          </a:bodyPr>
          <a:lstStyle/>
          <a:p>
            <a:pPr marL="0" lvl="0" indent="0" algn="l">
              <a:lnSpc>
                <a:spcPts val="3787"/>
              </a:lnSpc>
              <a:spcBef>
                <a:spcPct val="0"/>
              </a:spcBef>
            </a:pPr>
            <a:r>
              <a:rPr lang="en-US" sz="3790" b="1" dirty="0">
                <a:solidFill>
                  <a:srgbClr val="7030A0"/>
                </a:solidFill>
                <a:latin typeface="Georgia Pro Condensed"/>
                <a:ea typeface="Georgia Pro Condensed"/>
                <a:cs typeface="Georgia Pro Condensed"/>
                <a:sym typeface="Georgia Pro Condensed"/>
              </a:rPr>
              <a:t>2. S</a:t>
            </a:r>
            <a:r>
              <a:rPr lang="en-US" sz="3790" b="1" u="none" strike="noStrike" dirty="0">
                <a:solidFill>
                  <a:srgbClr val="7030A0"/>
                </a:solidFill>
                <a:latin typeface="Georgia Pro Condensed"/>
                <a:ea typeface="Georgia Pro Condensed"/>
                <a:cs typeface="Georgia Pro Condensed"/>
                <a:sym typeface="Georgia Pro Condensed"/>
              </a:rPr>
              <a:t>pectral–Temporal Prediction</a:t>
            </a:r>
          </a:p>
        </p:txBody>
      </p:sp>
      <p:sp>
        <p:nvSpPr>
          <p:cNvPr id="5" name="TextBox 4">
            <a:extLst>
              <a:ext uri="{FF2B5EF4-FFF2-40B4-BE49-F238E27FC236}">
                <a16:creationId xmlns:a16="http://schemas.microsoft.com/office/drawing/2014/main" id="{E58503F6-31B4-90F3-49ED-DDD0232F33B3}"/>
              </a:ext>
            </a:extLst>
          </p:cNvPr>
          <p:cNvSpPr txBox="1"/>
          <p:nvPr/>
        </p:nvSpPr>
        <p:spPr>
          <a:xfrm>
            <a:off x="838200" y="1562100"/>
            <a:ext cx="16764000" cy="3093154"/>
          </a:xfrm>
          <a:prstGeom prst="rect">
            <a:avLst/>
          </a:prstGeom>
          <a:noFill/>
        </p:spPr>
        <p:txBody>
          <a:bodyPr wrap="square">
            <a:spAutoFit/>
          </a:bodyPr>
          <a:lstStyle/>
          <a:p>
            <a:pPr lvl="0">
              <a:lnSpc>
                <a:spcPts val="2629"/>
              </a:lnSpc>
              <a:spcBef>
                <a:spcPct val="0"/>
              </a:spcBef>
            </a:pPr>
            <a:r>
              <a:rPr lang="en-US" sz="2800" b="1" dirty="0">
                <a:solidFill>
                  <a:srgbClr val="7030A0"/>
                </a:solidFill>
                <a:latin typeface="Georgia Pro Condensed" panose="020B0604020202020204" charset="0"/>
              </a:rPr>
              <a:t>Why Spatial Prediction? </a:t>
            </a:r>
          </a:p>
          <a:p>
            <a:pPr lvl="0">
              <a:lnSpc>
                <a:spcPts val="2629"/>
              </a:lnSpc>
              <a:spcBef>
                <a:spcPct val="0"/>
              </a:spcBef>
            </a:pPr>
            <a:endParaRPr lang="en-US" sz="2800" b="1" dirty="0">
              <a:solidFill>
                <a:schemeClr val="tx1">
                  <a:lumMod val="95000"/>
                  <a:lumOff val="5000"/>
                </a:schemeClr>
              </a:solidFill>
              <a:latin typeface="Georgia Pro Condensed" panose="020B0604020202020204" charset="0"/>
            </a:endParaRPr>
          </a:p>
          <a:p>
            <a:pPr marL="457200" lvl="0" indent="-457200">
              <a:lnSpc>
                <a:spcPts val="2629"/>
              </a:lnSpc>
              <a:spcBef>
                <a:spcPct val="0"/>
              </a:spcBef>
              <a:buFont typeface="Wingdings" panose="05000000000000000000" pitchFamily="2" charset="2"/>
              <a:buChar char="§"/>
            </a:pPr>
            <a:r>
              <a:rPr lang="en-US" sz="2800" dirty="0">
                <a:solidFill>
                  <a:schemeClr val="tx1">
                    <a:lumMod val="95000"/>
                    <a:lumOff val="5000"/>
                  </a:schemeClr>
                </a:solidFill>
                <a:latin typeface="Georgia Pro Condensed" panose="020B0604020202020204" charset="0"/>
              </a:rPr>
              <a:t>Predicts each pixel using neighboring pixels → reduces spatial redundancy </a:t>
            </a:r>
          </a:p>
          <a:p>
            <a:pPr marL="457200" lvl="0" indent="-457200">
              <a:lnSpc>
                <a:spcPts val="2629"/>
              </a:lnSpc>
              <a:spcBef>
                <a:spcPct val="0"/>
              </a:spcBef>
              <a:buFont typeface="Wingdings" panose="05000000000000000000" pitchFamily="2" charset="2"/>
              <a:buChar char="§"/>
            </a:pPr>
            <a:r>
              <a:rPr lang="en-US" sz="2800" dirty="0">
                <a:solidFill>
                  <a:schemeClr val="tx1">
                    <a:lumMod val="95000"/>
                    <a:lumOff val="5000"/>
                  </a:schemeClr>
                </a:solidFill>
                <a:latin typeface="Georgia Pro Condensed" panose="020B0604020202020204" charset="0"/>
              </a:rPr>
              <a:t>The difference (residual) between the original and predicted pixel has lower entropy, which improves compression efficiency.</a:t>
            </a:r>
          </a:p>
          <a:p>
            <a:pPr lvl="0">
              <a:lnSpc>
                <a:spcPts val="2629"/>
              </a:lnSpc>
              <a:spcBef>
                <a:spcPct val="0"/>
              </a:spcBef>
            </a:pPr>
            <a:endParaRPr lang="en-US" sz="2800" dirty="0">
              <a:solidFill>
                <a:srgbClr val="014D4D"/>
              </a:solidFill>
              <a:latin typeface="Georgia Pro Condensed" panose="020B0604020202020204" charset="0"/>
            </a:endParaRPr>
          </a:p>
          <a:p>
            <a:pPr lvl="0">
              <a:lnSpc>
                <a:spcPts val="2629"/>
              </a:lnSpc>
              <a:spcBef>
                <a:spcPct val="0"/>
              </a:spcBef>
            </a:pPr>
            <a:r>
              <a:rPr lang="en-US" sz="2800" dirty="0">
                <a:solidFill>
                  <a:srgbClr val="014D4D"/>
                </a:solidFill>
                <a:latin typeface="Georgia Pro Condensed" panose="020B0604020202020204" charset="0"/>
              </a:rPr>
              <a:t> </a:t>
            </a:r>
            <a:r>
              <a:rPr lang="en-US" sz="2800" b="1" dirty="0">
                <a:solidFill>
                  <a:srgbClr val="7030A0"/>
                </a:solidFill>
                <a:latin typeface="Georgia Pro Condensed" panose="020B0604020202020204" charset="0"/>
              </a:rPr>
              <a:t>4-Neighbor Mean Predictor: </a:t>
            </a:r>
          </a:p>
          <a:p>
            <a:pPr lvl="0">
              <a:lnSpc>
                <a:spcPts val="2629"/>
              </a:lnSpc>
              <a:spcBef>
                <a:spcPct val="0"/>
              </a:spcBef>
            </a:pPr>
            <a:endParaRPr lang="en-US" sz="2800" b="1" dirty="0">
              <a:solidFill>
                <a:srgbClr val="014D4D"/>
              </a:solidFill>
              <a:latin typeface="Georgia Pro Condensed" panose="020B0604020202020204" charset="0"/>
            </a:endParaRPr>
          </a:p>
          <a:p>
            <a:pPr marL="457200" lvl="0" indent="-457200">
              <a:lnSpc>
                <a:spcPts val="2629"/>
              </a:lnSpc>
              <a:spcBef>
                <a:spcPct val="0"/>
              </a:spcBef>
              <a:buFont typeface="Wingdings" panose="05000000000000000000" pitchFamily="2" charset="2"/>
              <a:buChar char="§"/>
            </a:pPr>
            <a:r>
              <a:rPr lang="en-US" sz="2800" dirty="0">
                <a:solidFill>
                  <a:schemeClr val="tx1">
                    <a:lumMod val="95000"/>
                    <a:lumOff val="5000"/>
                  </a:schemeClr>
                </a:solidFill>
                <a:latin typeface="Georgia Pro Condensed" panose="020B0604020202020204" charset="0"/>
              </a:rPr>
              <a:t>The current pixel is predicted using Top, Top-left, Top-right, and Left neighbors</a:t>
            </a:r>
            <a:r>
              <a:rPr lang="en-US" sz="2800" dirty="0">
                <a:solidFill>
                  <a:srgbClr val="014D4D"/>
                </a:solidFill>
                <a:latin typeface="Georgia Pro Condensed" panose="020B0604020202020204" charset="0"/>
              </a:rPr>
              <a:t>.</a:t>
            </a:r>
            <a:endParaRPr lang="en-US" sz="2800" u="none" strike="noStrike" dirty="0">
              <a:solidFill>
                <a:srgbClr val="014D4D"/>
              </a:solidFill>
              <a:latin typeface="Georgia Pro Condensed" panose="020B0604020202020204" charset="0"/>
              <a:ea typeface="Georgia Pro Condensed"/>
              <a:cs typeface="Georgia Pro Condensed"/>
              <a:sym typeface="Georgia Pro Condensed"/>
            </a:endParaRPr>
          </a:p>
        </p:txBody>
      </p:sp>
      <p:pic>
        <p:nvPicPr>
          <p:cNvPr id="7" name="Picture 6">
            <a:extLst>
              <a:ext uri="{FF2B5EF4-FFF2-40B4-BE49-F238E27FC236}">
                <a16:creationId xmlns:a16="http://schemas.microsoft.com/office/drawing/2014/main" id="{744DB5A3-496F-50CA-AEB7-DBE3123FAD3E}"/>
              </a:ext>
            </a:extLst>
          </p:cNvPr>
          <p:cNvPicPr>
            <a:picLocks noChangeAspect="1"/>
          </p:cNvPicPr>
          <p:nvPr/>
        </p:nvPicPr>
        <p:blipFill>
          <a:blip r:embed="rId2"/>
          <a:stretch>
            <a:fillRect/>
          </a:stretch>
        </p:blipFill>
        <p:spPr>
          <a:xfrm>
            <a:off x="1447800" y="5590736"/>
            <a:ext cx="5163271" cy="2934109"/>
          </a:xfrm>
          <a:prstGeom prst="rect">
            <a:avLst/>
          </a:prstGeom>
        </p:spPr>
      </p:pic>
      <p:pic>
        <p:nvPicPr>
          <p:cNvPr id="9" name="Picture 8">
            <a:extLst>
              <a:ext uri="{FF2B5EF4-FFF2-40B4-BE49-F238E27FC236}">
                <a16:creationId xmlns:a16="http://schemas.microsoft.com/office/drawing/2014/main" id="{7C9EC8BD-DAED-3D44-5ABA-78B3BFB44235}"/>
              </a:ext>
            </a:extLst>
          </p:cNvPr>
          <p:cNvPicPr>
            <a:picLocks noChangeAspect="1"/>
          </p:cNvPicPr>
          <p:nvPr/>
        </p:nvPicPr>
        <p:blipFill>
          <a:blip r:embed="rId3"/>
          <a:stretch>
            <a:fillRect/>
          </a:stretch>
        </p:blipFill>
        <p:spPr>
          <a:xfrm>
            <a:off x="9296400" y="4844102"/>
            <a:ext cx="5973009" cy="3762900"/>
          </a:xfrm>
          <a:prstGeom prst="rect">
            <a:avLst/>
          </a:prstGeom>
        </p:spPr>
      </p:pic>
      <p:sp>
        <p:nvSpPr>
          <p:cNvPr id="11" name="TextBox 10">
            <a:extLst>
              <a:ext uri="{FF2B5EF4-FFF2-40B4-BE49-F238E27FC236}">
                <a16:creationId xmlns:a16="http://schemas.microsoft.com/office/drawing/2014/main" id="{650E7570-BC94-3CA6-2DEA-572FA5223D71}"/>
              </a:ext>
            </a:extLst>
          </p:cNvPr>
          <p:cNvSpPr txBox="1"/>
          <p:nvPr/>
        </p:nvSpPr>
        <p:spPr>
          <a:xfrm>
            <a:off x="1714501" y="8724900"/>
            <a:ext cx="5562599" cy="400110"/>
          </a:xfrm>
          <a:prstGeom prst="rect">
            <a:avLst/>
          </a:prstGeom>
          <a:noFill/>
        </p:spPr>
        <p:txBody>
          <a:bodyPr wrap="square">
            <a:spAutoFit/>
          </a:bodyPr>
          <a:lstStyle/>
          <a:p>
            <a:r>
              <a:rPr lang="en-IN" sz="2000" dirty="0">
                <a:solidFill>
                  <a:srgbClr val="002060"/>
                </a:solidFill>
              </a:rPr>
              <a:t>Neighbourhood matrix for prediction</a:t>
            </a:r>
          </a:p>
        </p:txBody>
      </p:sp>
      <p:sp>
        <p:nvSpPr>
          <p:cNvPr id="13" name="TextBox 12">
            <a:extLst>
              <a:ext uri="{FF2B5EF4-FFF2-40B4-BE49-F238E27FC236}">
                <a16:creationId xmlns:a16="http://schemas.microsoft.com/office/drawing/2014/main" id="{76FD46D7-BC21-5629-2BBC-9928548536F8}"/>
              </a:ext>
            </a:extLst>
          </p:cNvPr>
          <p:cNvSpPr txBox="1"/>
          <p:nvPr/>
        </p:nvSpPr>
        <p:spPr>
          <a:xfrm>
            <a:off x="9139003" y="8795851"/>
            <a:ext cx="10896599" cy="400110"/>
          </a:xfrm>
          <a:prstGeom prst="rect">
            <a:avLst/>
          </a:prstGeom>
          <a:noFill/>
        </p:spPr>
        <p:txBody>
          <a:bodyPr wrap="square">
            <a:spAutoFit/>
          </a:bodyPr>
          <a:lstStyle/>
          <a:p>
            <a:r>
              <a:rPr lang="en-US" sz="2000" dirty="0">
                <a:solidFill>
                  <a:srgbClr val="002060"/>
                </a:solidFill>
              </a:rPr>
              <a:t>Neighborhood matrix with replicated padding for edge prediction</a:t>
            </a:r>
            <a:endParaRPr lang="en-IN" sz="2000" dirty="0">
              <a:solidFill>
                <a:srgbClr val="002060"/>
              </a:solidFill>
            </a:endParaRPr>
          </a:p>
        </p:txBody>
      </p:sp>
    </p:spTree>
    <p:extLst>
      <p:ext uri="{BB962C8B-B14F-4D97-AF65-F5344CB8AC3E}">
        <p14:creationId xmlns:p14="http://schemas.microsoft.com/office/powerpoint/2010/main" val="2718016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C2DA97-16EE-9FDD-EC8C-2FC114BA7E26}"/>
              </a:ext>
            </a:extLst>
          </p:cNvPr>
          <p:cNvSpPr txBox="1"/>
          <p:nvPr/>
        </p:nvSpPr>
        <p:spPr>
          <a:xfrm>
            <a:off x="1066800" y="966876"/>
            <a:ext cx="16306800" cy="1815882"/>
          </a:xfrm>
          <a:prstGeom prst="rect">
            <a:avLst/>
          </a:prstGeom>
          <a:noFill/>
        </p:spPr>
        <p:txBody>
          <a:bodyPr wrap="square">
            <a:spAutoFit/>
          </a:bodyPr>
          <a:lstStyle/>
          <a:p>
            <a:r>
              <a:rPr lang="en-US" sz="2800" b="1" dirty="0">
                <a:solidFill>
                  <a:srgbClr val="014D4D"/>
                </a:solidFill>
                <a:latin typeface="Georgia Pro Condensed" panose="020B0604020202020204" charset="0"/>
              </a:rPr>
              <a:t>      </a:t>
            </a:r>
            <a:r>
              <a:rPr lang="en-US" sz="2800" b="1" dirty="0">
                <a:solidFill>
                  <a:srgbClr val="7030A0"/>
                </a:solidFill>
                <a:latin typeface="Georgia Pro Condensed" panose="020B0604020202020204" charset="0"/>
              </a:rPr>
              <a:t>Why 4-Neighbor over 3-Neighbor?</a:t>
            </a:r>
          </a:p>
          <a:p>
            <a:pPr marL="457200" indent="-457200">
              <a:buFont typeface="Wingdings" panose="05000000000000000000" pitchFamily="2" charset="2"/>
              <a:buChar char="§"/>
            </a:pPr>
            <a:r>
              <a:rPr lang="en-US" sz="2800" dirty="0">
                <a:solidFill>
                  <a:schemeClr val="tx1">
                    <a:lumMod val="95000"/>
                    <a:lumOff val="5000"/>
                  </a:schemeClr>
                </a:solidFill>
                <a:latin typeface="Georgia Pro Condensed" panose="020B0604020202020204" charset="0"/>
              </a:rPr>
              <a:t>3-neighbor considers only left, up, and up-left ignores correlation with up-right pixel. </a:t>
            </a:r>
          </a:p>
          <a:p>
            <a:pPr marL="457200" indent="-457200">
              <a:buFont typeface="Wingdings" panose="05000000000000000000" pitchFamily="2" charset="2"/>
              <a:buChar char="§"/>
            </a:pPr>
            <a:r>
              <a:rPr lang="en-US" sz="2800" dirty="0">
                <a:solidFill>
                  <a:schemeClr val="tx1">
                    <a:lumMod val="95000"/>
                    <a:lumOff val="5000"/>
                  </a:schemeClr>
                </a:solidFill>
                <a:latin typeface="Georgia Pro Condensed" panose="020B0604020202020204" charset="0"/>
              </a:rPr>
              <a:t>4-neighbor includes up-right, which improves prediction accuracy. </a:t>
            </a:r>
          </a:p>
          <a:p>
            <a:pPr marL="457200" indent="-457200">
              <a:buFont typeface="Wingdings" panose="05000000000000000000" pitchFamily="2" charset="2"/>
              <a:buChar char="§"/>
            </a:pPr>
            <a:r>
              <a:rPr lang="en-US" sz="2800" dirty="0">
                <a:solidFill>
                  <a:schemeClr val="tx1">
                    <a:lumMod val="95000"/>
                    <a:lumOff val="5000"/>
                  </a:schemeClr>
                </a:solidFill>
                <a:latin typeface="Georgia Pro Condensed" panose="020B0604020202020204" charset="0"/>
              </a:rPr>
              <a:t>Only requires simple addition and bit-shift, no division, making it hardware-friendly</a:t>
            </a:r>
            <a:endParaRPr lang="en-IN" sz="2800" dirty="0">
              <a:solidFill>
                <a:schemeClr val="tx1">
                  <a:lumMod val="95000"/>
                  <a:lumOff val="5000"/>
                </a:schemeClr>
              </a:solidFill>
              <a:latin typeface="Georgia Pro Condensed" panose="020B0604020202020204" charset="0"/>
            </a:endParaRPr>
          </a:p>
        </p:txBody>
      </p:sp>
      <p:sp>
        <p:nvSpPr>
          <p:cNvPr id="5" name="TextBox 4">
            <a:extLst>
              <a:ext uri="{FF2B5EF4-FFF2-40B4-BE49-F238E27FC236}">
                <a16:creationId xmlns:a16="http://schemas.microsoft.com/office/drawing/2014/main" id="{6F8A04E2-4D68-DB7C-82B4-AE3022F82946}"/>
              </a:ext>
            </a:extLst>
          </p:cNvPr>
          <p:cNvSpPr txBox="1"/>
          <p:nvPr/>
        </p:nvSpPr>
        <p:spPr>
          <a:xfrm>
            <a:off x="762000" y="3072616"/>
            <a:ext cx="11658600" cy="675570"/>
          </a:xfrm>
          <a:prstGeom prst="rect">
            <a:avLst/>
          </a:prstGeom>
          <a:noFill/>
        </p:spPr>
        <p:txBody>
          <a:bodyPr wrap="square">
            <a:spAutoFit/>
          </a:bodyPr>
          <a:lstStyle/>
          <a:p>
            <a:r>
              <a:rPr lang="en-IN" sz="3790" b="1" dirty="0">
                <a:solidFill>
                  <a:srgbClr val="7030A0"/>
                </a:solidFill>
                <a:latin typeface="Georgia Pro Condensed" panose="020B0604020202020204" charset="0"/>
              </a:rPr>
              <a:t>3.  Context Vector Formation (Spectral &amp; Temporal)</a:t>
            </a:r>
          </a:p>
        </p:txBody>
      </p:sp>
      <p:sp>
        <p:nvSpPr>
          <p:cNvPr id="7" name="TextBox 6">
            <a:extLst>
              <a:ext uri="{FF2B5EF4-FFF2-40B4-BE49-F238E27FC236}">
                <a16:creationId xmlns:a16="http://schemas.microsoft.com/office/drawing/2014/main" id="{388B1797-3D80-A677-16C5-C45944D0D025}"/>
              </a:ext>
            </a:extLst>
          </p:cNvPr>
          <p:cNvSpPr txBox="1"/>
          <p:nvPr/>
        </p:nvSpPr>
        <p:spPr>
          <a:xfrm>
            <a:off x="1066800" y="3846318"/>
            <a:ext cx="12649200" cy="4832092"/>
          </a:xfrm>
          <a:prstGeom prst="rect">
            <a:avLst/>
          </a:prstGeom>
          <a:noFill/>
        </p:spPr>
        <p:txBody>
          <a:bodyPr wrap="square">
            <a:spAutoFit/>
          </a:bodyPr>
          <a:lstStyle/>
          <a:p>
            <a:r>
              <a:rPr lang="en-IN" sz="2800" b="1" dirty="0">
                <a:solidFill>
                  <a:srgbClr val="014D4D"/>
                </a:solidFill>
                <a:latin typeface="Georgia Pro Condensed" panose="020B0604020202020204" charset="0"/>
              </a:rPr>
              <a:t>      </a:t>
            </a:r>
            <a:r>
              <a:rPr lang="en-IN" sz="2800" b="1" dirty="0">
                <a:solidFill>
                  <a:srgbClr val="7030A0"/>
                </a:solidFill>
                <a:latin typeface="Georgia Pro Condensed" panose="020B0604020202020204" charset="0"/>
              </a:rPr>
              <a:t>Why Context Vectors? </a:t>
            </a:r>
          </a:p>
          <a:p>
            <a:pPr marL="457200" indent="-457200">
              <a:buFont typeface="Wingdings" panose="05000000000000000000" pitchFamily="2" charset="2"/>
              <a:buChar char="§"/>
            </a:pPr>
            <a:r>
              <a:rPr lang="en-IN" sz="2800" dirty="0">
                <a:solidFill>
                  <a:schemeClr val="tx1">
                    <a:lumMod val="95000"/>
                    <a:lumOff val="5000"/>
                  </a:schemeClr>
                </a:solidFill>
                <a:latin typeface="Georgia Pro Condensed" panose="020B0604020202020204" charset="0"/>
              </a:rPr>
              <a:t>Remove spatial smoothness and redundancy</a:t>
            </a:r>
          </a:p>
          <a:p>
            <a:pPr marL="457200" indent="-457200">
              <a:buFont typeface="Wingdings" panose="05000000000000000000" pitchFamily="2" charset="2"/>
              <a:buChar char="§"/>
            </a:pPr>
            <a:r>
              <a:rPr lang="en-IN" sz="2800" dirty="0">
                <a:solidFill>
                  <a:schemeClr val="tx1">
                    <a:lumMod val="95000"/>
                    <a:lumOff val="5000"/>
                  </a:schemeClr>
                </a:solidFill>
                <a:latin typeface="Georgia Pro Condensed" panose="020B0604020202020204" charset="0"/>
              </a:rPr>
              <a:t>Retain high-frequency details (edges/textures) </a:t>
            </a:r>
          </a:p>
          <a:p>
            <a:pPr marL="457200" indent="-457200">
              <a:buFont typeface="Wingdings" panose="05000000000000000000" pitchFamily="2" charset="2"/>
              <a:buChar char="§"/>
            </a:pPr>
            <a:r>
              <a:rPr lang="en-IN" sz="2800" dirty="0">
                <a:solidFill>
                  <a:schemeClr val="tx1">
                    <a:lumMod val="95000"/>
                    <a:lumOff val="5000"/>
                  </a:schemeClr>
                </a:solidFill>
                <a:latin typeface="Georgia Pro Condensed" panose="020B0604020202020204" charset="0"/>
              </a:rPr>
              <a:t>Capture spectral and temporal correlations for efficient prediction</a:t>
            </a:r>
          </a:p>
          <a:p>
            <a:r>
              <a:rPr lang="en-IN" sz="2800" dirty="0">
                <a:solidFill>
                  <a:srgbClr val="014D4D"/>
                </a:solidFill>
                <a:latin typeface="Georgia Pro Condensed" panose="020B0604020202020204" charset="0"/>
              </a:rPr>
              <a:t> </a:t>
            </a:r>
            <a:endParaRPr lang="en-IN" sz="2800" dirty="0">
              <a:solidFill>
                <a:srgbClr val="7030A0"/>
              </a:solidFill>
              <a:latin typeface="Georgia Pro Condensed" panose="020B0604020202020204" charset="0"/>
            </a:endParaRPr>
          </a:p>
          <a:p>
            <a:r>
              <a:rPr lang="en-IN" sz="2800" b="1" dirty="0">
                <a:solidFill>
                  <a:srgbClr val="7030A0"/>
                </a:solidFill>
                <a:latin typeface="Georgia Pro Condensed" panose="020B0604020202020204" charset="0"/>
              </a:rPr>
              <a:t>      Spectral Context Vector: </a:t>
            </a:r>
          </a:p>
          <a:p>
            <a:pPr marL="457200" indent="-457200">
              <a:buFont typeface="Wingdings" panose="05000000000000000000" pitchFamily="2" charset="2"/>
              <a:buChar char="§"/>
            </a:pPr>
            <a:r>
              <a:rPr lang="en-IN" sz="2800" b="1" dirty="0">
                <a:solidFill>
                  <a:schemeClr val="tx1">
                    <a:lumMod val="95000"/>
                    <a:lumOff val="5000"/>
                  </a:schemeClr>
                </a:solidFill>
                <a:latin typeface="Georgia Pro Condensed" panose="020B0604020202020204" charset="0"/>
              </a:rPr>
              <a:t>Goal: </a:t>
            </a:r>
            <a:r>
              <a:rPr lang="en-IN" sz="2800" dirty="0">
                <a:solidFill>
                  <a:schemeClr val="tx1">
                    <a:lumMod val="95000"/>
                    <a:lumOff val="5000"/>
                  </a:schemeClr>
                </a:solidFill>
                <a:latin typeface="Georgia Pro Condensed" panose="020B0604020202020204" charset="0"/>
              </a:rPr>
              <a:t>Predict Band j using previous spectral bands (1…j−1) Process: </a:t>
            </a:r>
          </a:p>
          <a:p>
            <a:pPr marL="457200" indent="-457200">
              <a:buFont typeface="Wingdings" panose="05000000000000000000" pitchFamily="2" charset="2"/>
              <a:buChar char="§"/>
            </a:pPr>
            <a:r>
              <a:rPr lang="en-IN" sz="2800" dirty="0">
                <a:solidFill>
                  <a:schemeClr val="tx1">
                    <a:lumMod val="95000"/>
                    <a:lumOff val="5000"/>
                  </a:schemeClr>
                </a:solidFill>
                <a:latin typeface="Georgia Pro Condensed" panose="020B0604020202020204" charset="0"/>
              </a:rPr>
              <a:t>Take previous bands </a:t>
            </a:r>
          </a:p>
          <a:p>
            <a:pPr marL="457200" indent="-457200">
              <a:buFont typeface="Wingdings" panose="05000000000000000000" pitchFamily="2" charset="2"/>
              <a:buChar char="§"/>
            </a:pPr>
            <a:r>
              <a:rPr lang="en-IN" sz="2800" dirty="0">
                <a:solidFill>
                  <a:schemeClr val="tx1">
                    <a:lumMod val="95000"/>
                    <a:lumOff val="5000"/>
                  </a:schemeClr>
                </a:solidFill>
                <a:latin typeface="Georgia Pro Condensed" panose="020B0604020202020204" charset="0"/>
              </a:rPr>
              <a:t>Compute 4-neighbor spatial mean (</a:t>
            </a:r>
            <a:r>
              <a:rPr lang="el-GR" sz="2800" dirty="0">
                <a:solidFill>
                  <a:schemeClr val="tx1">
                    <a:lumMod val="95000"/>
                    <a:lumOff val="5000"/>
                  </a:schemeClr>
                </a:solidFill>
                <a:latin typeface="Georgia Pro Condensed" panose="020B0604020202020204" charset="0"/>
              </a:rPr>
              <a:t>μ) </a:t>
            </a:r>
            <a:r>
              <a:rPr lang="en-IN" sz="2800" dirty="0">
                <a:solidFill>
                  <a:schemeClr val="tx1">
                    <a:lumMod val="95000"/>
                    <a:lumOff val="5000"/>
                  </a:schemeClr>
                </a:solidFill>
                <a:latin typeface="Georgia Pro Condensed" panose="020B0604020202020204" charset="0"/>
              </a:rPr>
              <a:t>for each band </a:t>
            </a:r>
          </a:p>
          <a:p>
            <a:pPr marL="457200" indent="-457200">
              <a:buFont typeface="Wingdings" panose="05000000000000000000" pitchFamily="2" charset="2"/>
              <a:buChar char="§"/>
            </a:pPr>
            <a:r>
              <a:rPr lang="en-IN" sz="2800" dirty="0">
                <a:solidFill>
                  <a:schemeClr val="tx1">
                    <a:lumMod val="95000"/>
                    <a:lumOff val="5000"/>
                  </a:schemeClr>
                </a:solidFill>
                <a:latin typeface="Georgia Pro Condensed" panose="020B0604020202020204" charset="0"/>
              </a:rPr>
              <a:t>Subtract mean → removes smooth spatial component</a:t>
            </a:r>
          </a:p>
          <a:p>
            <a:pPr marL="457200" indent="-457200">
              <a:buFont typeface="Wingdings" panose="05000000000000000000" pitchFamily="2" charset="2"/>
              <a:buChar char="§"/>
            </a:pPr>
            <a:r>
              <a:rPr lang="en-IN" sz="2800" dirty="0">
                <a:solidFill>
                  <a:schemeClr val="tx1">
                    <a:lumMod val="95000"/>
                    <a:lumOff val="5000"/>
                  </a:schemeClr>
                </a:solidFill>
                <a:latin typeface="Georgia Pro Condensed" panose="020B0604020202020204" charset="0"/>
              </a:rPr>
              <a:t>Remaining detail = spectral context (high-frequency variations)</a:t>
            </a:r>
          </a:p>
        </p:txBody>
      </p:sp>
      <p:pic>
        <p:nvPicPr>
          <p:cNvPr id="11" name="Picture 10">
            <a:extLst>
              <a:ext uri="{FF2B5EF4-FFF2-40B4-BE49-F238E27FC236}">
                <a16:creationId xmlns:a16="http://schemas.microsoft.com/office/drawing/2014/main" id="{C0ABDD53-FA9D-CA84-09E4-2C69393762E7}"/>
              </a:ext>
            </a:extLst>
          </p:cNvPr>
          <p:cNvPicPr>
            <a:picLocks noChangeAspect="1"/>
          </p:cNvPicPr>
          <p:nvPr/>
        </p:nvPicPr>
        <p:blipFill>
          <a:blip r:embed="rId3"/>
          <a:stretch>
            <a:fillRect/>
          </a:stretch>
        </p:blipFill>
        <p:spPr>
          <a:xfrm>
            <a:off x="11125200" y="3372465"/>
            <a:ext cx="6782895" cy="3410426"/>
          </a:xfrm>
          <a:prstGeom prst="rect">
            <a:avLst/>
          </a:prstGeom>
        </p:spPr>
      </p:pic>
      <p:sp>
        <p:nvSpPr>
          <p:cNvPr id="13" name="TextBox 12">
            <a:extLst>
              <a:ext uri="{FF2B5EF4-FFF2-40B4-BE49-F238E27FC236}">
                <a16:creationId xmlns:a16="http://schemas.microsoft.com/office/drawing/2014/main" id="{FA0315E3-25EC-CD4C-6A1D-D4F0A02D2A90}"/>
              </a:ext>
            </a:extLst>
          </p:cNvPr>
          <p:cNvSpPr txBox="1"/>
          <p:nvPr/>
        </p:nvSpPr>
        <p:spPr>
          <a:xfrm>
            <a:off x="12192000" y="7082174"/>
            <a:ext cx="5410200" cy="400110"/>
          </a:xfrm>
          <a:prstGeom prst="rect">
            <a:avLst/>
          </a:prstGeom>
          <a:noFill/>
        </p:spPr>
        <p:txBody>
          <a:bodyPr wrap="square">
            <a:spAutoFit/>
          </a:bodyPr>
          <a:lstStyle/>
          <a:p>
            <a:r>
              <a:rPr lang="en-IN" sz="2000" dirty="0">
                <a:solidFill>
                  <a:schemeClr val="tx1">
                    <a:lumMod val="85000"/>
                    <a:lumOff val="15000"/>
                  </a:schemeClr>
                </a:solidFill>
              </a:rPr>
              <a:t>Figure 4.: Spectral Context Vector Formation [4] </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00C4822-583D-B685-F607-31F8B9939F9B}"/>
                  </a:ext>
                </a:extLst>
              </p:cNvPr>
              <p:cNvSpPr txBox="1"/>
              <p:nvPr/>
            </p:nvSpPr>
            <p:spPr>
              <a:xfrm>
                <a:off x="5943600" y="8831406"/>
                <a:ext cx="3986455" cy="64171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IN" sz="2800" i="1" smtClean="0">
                              <a:solidFill>
                                <a:schemeClr val="tx1">
                                  <a:lumMod val="95000"/>
                                  <a:lumOff val="5000"/>
                                </a:schemeClr>
                              </a:solidFill>
                              <a:latin typeface="Cambria Math" panose="02040503050406030204" pitchFamily="18" charset="0"/>
                            </a:rPr>
                          </m:ctrlPr>
                        </m:sSubSupPr>
                        <m:e>
                          <m:r>
                            <a:rPr lang="en-IN" sz="2800" b="0" i="1">
                              <a:solidFill>
                                <a:schemeClr val="tx1">
                                  <a:lumMod val="95000"/>
                                  <a:lumOff val="5000"/>
                                </a:schemeClr>
                              </a:solidFill>
                              <a:latin typeface="Cambria Math" panose="02040503050406030204" pitchFamily="18" charset="0"/>
                            </a:rPr>
                            <m:t>𝑈</m:t>
                          </m:r>
                        </m:e>
                        <m:sub>
                          <m:r>
                            <a:rPr lang="en-US" sz="2800" b="0" i="1" smtClean="0">
                              <a:solidFill>
                                <a:schemeClr val="tx1">
                                  <a:lumMod val="95000"/>
                                  <a:lumOff val="5000"/>
                                </a:schemeClr>
                              </a:solidFill>
                              <a:latin typeface="Cambria Math" panose="02040503050406030204" pitchFamily="18" charset="0"/>
                            </a:rPr>
                            <m:t>𝑝</m:t>
                          </m:r>
                          <m:r>
                            <a:rPr lang="en-US" sz="2800" b="0" i="1" smtClean="0">
                              <a:solidFill>
                                <a:schemeClr val="tx1">
                                  <a:lumMod val="95000"/>
                                  <a:lumOff val="5000"/>
                                </a:schemeClr>
                              </a:solidFill>
                              <a:latin typeface="Cambria Math" panose="02040503050406030204" pitchFamily="18" charset="0"/>
                            </a:rPr>
                            <m:t>,</m:t>
                          </m:r>
                          <m:r>
                            <a:rPr lang="en-IN" sz="2800" b="0" i="1">
                              <a:solidFill>
                                <a:schemeClr val="tx1">
                                  <a:lumMod val="95000"/>
                                  <a:lumOff val="5000"/>
                                </a:schemeClr>
                              </a:solidFill>
                              <a:latin typeface="Cambria Math" panose="02040503050406030204" pitchFamily="18" charset="0"/>
                            </a:rPr>
                            <m:t>𝑞</m:t>
                          </m:r>
                        </m:sub>
                        <m:sup>
                          <m:r>
                            <a:rPr lang="en-IN" sz="2800" b="0" i="1">
                              <a:solidFill>
                                <a:schemeClr val="tx1">
                                  <a:lumMod val="95000"/>
                                  <a:lumOff val="5000"/>
                                </a:schemeClr>
                              </a:solidFill>
                              <a:latin typeface="Cambria Math" panose="02040503050406030204" pitchFamily="18" charset="0"/>
                            </a:rPr>
                            <m:t>𝑗</m:t>
                          </m:r>
                          <m:r>
                            <a:rPr lang="en-US" sz="2800" b="0" i="0" smtClean="0">
                              <a:solidFill>
                                <a:schemeClr val="tx1">
                                  <a:lumMod val="95000"/>
                                  <a:lumOff val="5000"/>
                                </a:schemeClr>
                              </a:solidFill>
                              <a:latin typeface="Cambria Math" panose="02040503050406030204" pitchFamily="18" charset="0"/>
                            </a:rPr>
                            <m:t>,</m:t>
                          </m:r>
                          <m:r>
                            <a:rPr lang="en-IN" sz="2800" b="0" i="1">
                              <a:solidFill>
                                <a:schemeClr val="tx1">
                                  <a:lumMod val="95000"/>
                                  <a:lumOff val="5000"/>
                                </a:schemeClr>
                              </a:solidFill>
                              <a:latin typeface="Cambria Math" panose="02040503050406030204" pitchFamily="18" charset="0"/>
                            </a:rPr>
                            <m:t>𝑡</m:t>
                          </m:r>
                        </m:sup>
                      </m:sSubSup>
                      <m:r>
                        <a:rPr lang="en-IN" sz="2800" b="0" i="0">
                          <a:solidFill>
                            <a:schemeClr val="tx1">
                              <a:lumMod val="95000"/>
                              <a:lumOff val="5000"/>
                            </a:schemeClr>
                          </a:solidFill>
                          <a:latin typeface="Cambria Math" panose="02040503050406030204" pitchFamily="18" charset="0"/>
                        </a:rPr>
                        <m:t>=</m:t>
                      </m:r>
                      <m:d>
                        <m:dPr>
                          <m:begChr m:val="["/>
                          <m:endChr m:val="]"/>
                          <m:ctrlPr>
                            <a:rPr lang="en-IN" sz="2800" i="1">
                              <a:solidFill>
                                <a:schemeClr val="tx1">
                                  <a:lumMod val="95000"/>
                                  <a:lumOff val="5000"/>
                                </a:schemeClr>
                              </a:solidFill>
                              <a:latin typeface="Cambria Math" panose="02040503050406030204" pitchFamily="18" charset="0"/>
                            </a:rPr>
                          </m:ctrlPr>
                        </m:dPr>
                        <m:e>
                          <m:sSubSup>
                            <m:sSubSupPr>
                              <m:ctrlPr>
                                <a:rPr lang="en-IN" sz="2800" i="1">
                                  <a:solidFill>
                                    <a:schemeClr val="tx1">
                                      <a:lumMod val="95000"/>
                                      <a:lumOff val="5000"/>
                                    </a:schemeClr>
                                  </a:solidFill>
                                  <a:latin typeface="Cambria Math" panose="02040503050406030204" pitchFamily="18" charset="0"/>
                                </a:rPr>
                              </m:ctrlPr>
                            </m:sSubSupPr>
                            <m:e>
                              <m:r>
                                <a:rPr lang="en-IN" sz="2800" b="0" i="1">
                                  <a:solidFill>
                                    <a:schemeClr val="tx1">
                                      <a:lumMod val="95000"/>
                                      <a:lumOff val="5000"/>
                                    </a:schemeClr>
                                  </a:solidFill>
                                  <a:latin typeface="Cambria Math" panose="02040503050406030204" pitchFamily="18" charset="0"/>
                                </a:rPr>
                                <m:t>𝑥</m:t>
                              </m:r>
                            </m:e>
                            <m:sub>
                              <m:r>
                                <a:rPr lang="en-IN" sz="2800" b="0" i="1">
                                  <a:solidFill>
                                    <a:schemeClr val="tx1">
                                      <a:lumMod val="95000"/>
                                      <a:lumOff val="5000"/>
                                    </a:schemeClr>
                                  </a:solidFill>
                                  <a:latin typeface="Cambria Math" panose="02040503050406030204" pitchFamily="18" charset="0"/>
                                </a:rPr>
                                <m:t>𝑝</m:t>
                              </m:r>
                              <m:r>
                                <a:rPr lang="en-IN" sz="2800" b="0" i="0">
                                  <a:solidFill>
                                    <a:schemeClr val="tx1">
                                      <a:lumMod val="95000"/>
                                      <a:lumOff val="5000"/>
                                    </a:schemeClr>
                                  </a:solidFill>
                                  <a:latin typeface="Cambria Math" panose="02040503050406030204" pitchFamily="18" charset="0"/>
                                </a:rPr>
                                <m:t>,</m:t>
                              </m:r>
                              <m:r>
                                <a:rPr lang="en-IN" sz="2800" b="0" i="1">
                                  <a:solidFill>
                                    <a:schemeClr val="tx1">
                                      <a:lumMod val="95000"/>
                                      <a:lumOff val="5000"/>
                                    </a:schemeClr>
                                  </a:solidFill>
                                  <a:latin typeface="Cambria Math" panose="02040503050406030204" pitchFamily="18" charset="0"/>
                                </a:rPr>
                                <m:t>𝑞</m:t>
                              </m:r>
                            </m:sub>
                            <m:sup>
                              <m:r>
                                <a:rPr lang="en-US" sz="2800" b="0" i="1" smtClean="0">
                                  <a:solidFill>
                                    <a:schemeClr val="tx1">
                                      <a:lumMod val="95000"/>
                                      <a:lumOff val="5000"/>
                                    </a:schemeClr>
                                  </a:solidFill>
                                  <a:latin typeface="Cambria Math" panose="02040503050406030204" pitchFamily="18" charset="0"/>
                                </a:rPr>
                                <m:t>𝑗</m:t>
                              </m:r>
                              <m:r>
                                <a:rPr lang="en-US" sz="2800" b="0" i="1" smtClean="0">
                                  <a:solidFill>
                                    <a:schemeClr val="tx1">
                                      <a:lumMod val="95000"/>
                                      <a:lumOff val="5000"/>
                                    </a:schemeClr>
                                  </a:solidFill>
                                  <a:latin typeface="Cambria Math" panose="02040503050406030204" pitchFamily="18" charset="0"/>
                                </a:rPr>
                                <m:t>−</m:t>
                              </m:r>
                              <m:r>
                                <a:rPr lang="en-US" sz="2800" b="0" i="1" smtClean="0">
                                  <a:solidFill>
                                    <a:schemeClr val="tx1">
                                      <a:lumMod val="95000"/>
                                      <a:lumOff val="5000"/>
                                    </a:schemeClr>
                                  </a:solidFill>
                                  <a:latin typeface="Cambria Math" panose="02040503050406030204" pitchFamily="18" charset="0"/>
                                </a:rPr>
                                <m:t>𝑚</m:t>
                              </m:r>
                              <m:r>
                                <a:rPr lang="en-US" sz="2800" b="0" i="1" smtClean="0">
                                  <a:solidFill>
                                    <a:schemeClr val="tx1">
                                      <a:lumMod val="95000"/>
                                      <a:lumOff val="5000"/>
                                    </a:schemeClr>
                                  </a:solidFill>
                                  <a:latin typeface="Cambria Math" panose="02040503050406030204" pitchFamily="18" charset="0"/>
                                </a:rPr>
                                <m:t>,</m:t>
                              </m:r>
                              <m:r>
                                <a:rPr lang="en-IN" sz="2800" b="0" i="1">
                                  <a:solidFill>
                                    <a:schemeClr val="tx1">
                                      <a:lumMod val="95000"/>
                                      <a:lumOff val="5000"/>
                                    </a:schemeClr>
                                  </a:solidFill>
                                  <a:latin typeface="Cambria Math" panose="02040503050406030204" pitchFamily="18" charset="0"/>
                                </a:rPr>
                                <m:t>𝑡</m:t>
                              </m:r>
                            </m:sup>
                          </m:sSubSup>
                          <m:sSubSup>
                            <m:sSubSupPr>
                              <m:ctrlPr>
                                <a:rPr lang="en-IN" sz="2800" i="1" smtClean="0">
                                  <a:solidFill>
                                    <a:schemeClr val="tx1">
                                      <a:lumMod val="95000"/>
                                      <a:lumOff val="5000"/>
                                    </a:schemeClr>
                                  </a:solidFill>
                                  <a:latin typeface="Cambria Math" panose="02040503050406030204" pitchFamily="18" charset="0"/>
                                </a:rPr>
                              </m:ctrlPr>
                            </m:sSubSupPr>
                            <m:e>
                              <m:r>
                                <a:rPr lang="en-US" sz="2800" b="0" i="1" smtClean="0">
                                  <a:solidFill>
                                    <a:schemeClr val="tx1">
                                      <a:lumMod val="95000"/>
                                      <a:lumOff val="5000"/>
                                    </a:schemeClr>
                                  </a:solidFill>
                                  <a:latin typeface="Cambria Math" panose="02040503050406030204" pitchFamily="18" charset="0"/>
                                </a:rPr>
                                <m:t>−</m:t>
                              </m:r>
                              <m:r>
                                <a:rPr lang="en-IN" sz="2800" b="0" i="1">
                                  <a:solidFill>
                                    <a:schemeClr val="tx1">
                                      <a:lumMod val="95000"/>
                                      <a:lumOff val="5000"/>
                                    </a:schemeClr>
                                  </a:solidFill>
                                  <a:latin typeface="Cambria Math" panose="02040503050406030204" pitchFamily="18" charset="0"/>
                                </a:rPr>
                                <m:t>𝜇</m:t>
                              </m:r>
                            </m:e>
                            <m:sub>
                              <m:r>
                                <a:rPr lang="en-IN" sz="2800" b="0" i="1">
                                  <a:solidFill>
                                    <a:schemeClr val="tx1">
                                      <a:lumMod val="95000"/>
                                      <a:lumOff val="5000"/>
                                    </a:schemeClr>
                                  </a:solidFill>
                                  <a:latin typeface="Cambria Math" panose="02040503050406030204" pitchFamily="18" charset="0"/>
                                </a:rPr>
                                <m:t>𝑝</m:t>
                              </m:r>
                              <m:r>
                                <a:rPr lang="en-IN" sz="2800" b="0" i="0">
                                  <a:solidFill>
                                    <a:schemeClr val="tx1">
                                      <a:lumMod val="95000"/>
                                      <a:lumOff val="5000"/>
                                    </a:schemeClr>
                                  </a:solidFill>
                                  <a:latin typeface="Cambria Math" panose="02040503050406030204" pitchFamily="18" charset="0"/>
                                </a:rPr>
                                <m:t>,</m:t>
                              </m:r>
                              <m:r>
                                <a:rPr lang="en-IN" sz="2800" b="0" i="1">
                                  <a:solidFill>
                                    <a:schemeClr val="tx1">
                                      <a:lumMod val="95000"/>
                                      <a:lumOff val="5000"/>
                                    </a:schemeClr>
                                  </a:solidFill>
                                  <a:latin typeface="Cambria Math" panose="02040503050406030204" pitchFamily="18" charset="0"/>
                                </a:rPr>
                                <m:t>𝑞</m:t>
                              </m:r>
                            </m:sub>
                            <m:sup>
                              <m:r>
                                <a:rPr lang="en-IN" sz="2800" b="0" i="1">
                                  <a:solidFill>
                                    <a:schemeClr val="tx1">
                                      <a:lumMod val="95000"/>
                                      <a:lumOff val="5000"/>
                                    </a:schemeClr>
                                  </a:solidFill>
                                  <a:latin typeface="Cambria Math" panose="02040503050406030204" pitchFamily="18" charset="0"/>
                                </a:rPr>
                                <m:t>𝑗</m:t>
                              </m:r>
                              <m:r>
                                <a:rPr lang="en-US" sz="2800" b="0" i="0" smtClean="0">
                                  <a:solidFill>
                                    <a:schemeClr val="tx1">
                                      <a:lumMod val="95000"/>
                                      <a:lumOff val="5000"/>
                                    </a:schemeClr>
                                  </a:solidFill>
                                  <a:latin typeface="Cambria Math" panose="02040503050406030204" pitchFamily="18" charset="0"/>
                                </a:rPr>
                                <m:t>−</m:t>
                              </m:r>
                              <m:r>
                                <m:rPr>
                                  <m:sty m:val="p"/>
                                </m:rPr>
                                <a:rPr lang="en-US" sz="2800" b="0" i="0" smtClean="0">
                                  <a:solidFill>
                                    <a:schemeClr val="tx1">
                                      <a:lumMod val="95000"/>
                                      <a:lumOff val="5000"/>
                                    </a:schemeClr>
                                  </a:solidFill>
                                  <a:latin typeface="Cambria Math" panose="02040503050406030204" pitchFamily="18" charset="0"/>
                                </a:rPr>
                                <m:t>m</m:t>
                              </m:r>
                              <m:r>
                                <a:rPr lang="en-US" sz="2800" b="0" i="0" smtClean="0">
                                  <a:solidFill>
                                    <a:schemeClr val="tx1">
                                      <a:lumMod val="95000"/>
                                      <a:lumOff val="5000"/>
                                    </a:schemeClr>
                                  </a:solidFill>
                                  <a:latin typeface="Cambria Math" panose="02040503050406030204" pitchFamily="18" charset="0"/>
                                </a:rPr>
                                <m:t>,</m:t>
                              </m:r>
                              <m:r>
                                <a:rPr lang="en-IN" sz="2800" b="0" i="1">
                                  <a:solidFill>
                                    <a:schemeClr val="tx1">
                                      <a:lumMod val="95000"/>
                                      <a:lumOff val="5000"/>
                                    </a:schemeClr>
                                  </a:solidFill>
                                  <a:latin typeface="Cambria Math" panose="02040503050406030204" pitchFamily="18" charset="0"/>
                                </a:rPr>
                                <m:t>𝑡</m:t>
                              </m:r>
                            </m:sup>
                          </m:sSubSup>
                        </m:e>
                      </m:d>
                    </m:oMath>
                  </m:oMathPara>
                </a14:m>
                <a:endParaRPr lang="en-IN" sz="2800" dirty="0">
                  <a:solidFill>
                    <a:schemeClr val="tx1">
                      <a:lumMod val="95000"/>
                      <a:lumOff val="5000"/>
                    </a:schemeClr>
                  </a:solidFill>
                </a:endParaRPr>
              </a:p>
            </p:txBody>
          </p:sp>
        </mc:Choice>
        <mc:Fallback xmlns="">
          <p:sp>
            <p:nvSpPr>
              <p:cNvPr id="14" name="TextBox 13">
                <a:extLst>
                  <a:ext uri="{FF2B5EF4-FFF2-40B4-BE49-F238E27FC236}">
                    <a16:creationId xmlns:a16="http://schemas.microsoft.com/office/drawing/2014/main" id="{700C4822-583D-B685-F607-31F8B9939F9B}"/>
                  </a:ext>
                </a:extLst>
              </p:cNvPr>
              <p:cNvSpPr txBox="1">
                <a:spLocks noRot="1" noChangeAspect="1" noMove="1" noResize="1" noEditPoints="1" noAdjustHandles="1" noChangeArrowheads="1" noChangeShapeType="1" noTextEdit="1"/>
              </p:cNvSpPr>
              <p:nvPr/>
            </p:nvSpPr>
            <p:spPr>
              <a:xfrm>
                <a:off x="5943600" y="8831406"/>
                <a:ext cx="3986455" cy="641714"/>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4590347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E07626F0-7F37-08CB-58BD-8105CB1FF393}"/>
              </a:ext>
            </a:extLst>
          </p:cNvPr>
          <p:cNvSpPr txBox="1"/>
          <p:nvPr/>
        </p:nvSpPr>
        <p:spPr>
          <a:xfrm>
            <a:off x="1261860" y="882867"/>
            <a:ext cx="17026140" cy="3539430"/>
          </a:xfrm>
          <a:prstGeom prst="rect">
            <a:avLst/>
          </a:prstGeom>
          <a:noFill/>
        </p:spPr>
        <p:txBody>
          <a:bodyPr wrap="square">
            <a:spAutoFit/>
          </a:bodyPr>
          <a:lstStyle/>
          <a:p>
            <a:r>
              <a:rPr lang="en-IN" sz="2800" b="1" dirty="0">
                <a:solidFill>
                  <a:srgbClr val="7030A0"/>
                </a:solidFill>
                <a:latin typeface="Georgia Pro Condensed" panose="020B0604020202020204" charset="0"/>
              </a:rPr>
              <a:t>Temporal Context Vector:</a:t>
            </a:r>
          </a:p>
          <a:p>
            <a:r>
              <a:rPr lang="en-IN" sz="2800" b="1" dirty="0">
                <a:solidFill>
                  <a:srgbClr val="014D4D"/>
                </a:solidFill>
                <a:latin typeface="Georgia Pro Condensed" panose="020B0604020202020204" charset="0"/>
              </a:rPr>
              <a:t>     </a:t>
            </a:r>
            <a:r>
              <a:rPr lang="en-IN" sz="2800" b="1" dirty="0">
                <a:solidFill>
                  <a:schemeClr val="tx1">
                    <a:lumMod val="95000"/>
                    <a:lumOff val="5000"/>
                  </a:schemeClr>
                </a:solidFill>
                <a:latin typeface="Georgia Pro Condensed" panose="020B0604020202020204" charset="0"/>
              </a:rPr>
              <a:t>Goal: </a:t>
            </a:r>
            <a:r>
              <a:rPr lang="en-IN" sz="2800" dirty="0">
                <a:solidFill>
                  <a:schemeClr val="tx1">
                    <a:lumMod val="95000"/>
                    <a:lumOff val="5000"/>
                  </a:schemeClr>
                </a:solidFill>
                <a:latin typeface="Georgia Pro Condensed" panose="020B0604020202020204" charset="0"/>
              </a:rPr>
              <a:t>Predict Frame t using past frames (t-1,t-2,…) </a:t>
            </a:r>
          </a:p>
          <a:p>
            <a:endParaRPr lang="en-IN" sz="2800" dirty="0">
              <a:solidFill>
                <a:schemeClr val="tx1">
                  <a:lumMod val="95000"/>
                  <a:lumOff val="5000"/>
                </a:schemeClr>
              </a:solidFill>
              <a:latin typeface="Georgia Pro Condensed" panose="020B0604020202020204" charset="0"/>
            </a:endParaRPr>
          </a:p>
          <a:p>
            <a:r>
              <a:rPr lang="en-IN" sz="2800" b="1" dirty="0">
                <a:solidFill>
                  <a:schemeClr val="tx1">
                    <a:lumMod val="95000"/>
                    <a:lumOff val="5000"/>
                  </a:schemeClr>
                </a:solidFill>
                <a:latin typeface="Georgia Pro Condensed" panose="020B0604020202020204" charset="0"/>
              </a:rPr>
              <a:t>     Process: </a:t>
            </a:r>
          </a:p>
          <a:p>
            <a:r>
              <a:rPr lang="en-IN" sz="2800" dirty="0">
                <a:solidFill>
                  <a:schemeClr val="tx1">
                    <a:lumMod val="95000"/>
                    <a:lumOff val="5000"/>
                  </a:schemeClr>
                </a:solidFill>
                <a:latin typeface="Georgia Pro Condensed" panose="020B0604020202020204" charset="0"/>
              </a:rPr>
              <a:t>     Take the same band j from previous time frames </a:t>
            </a:r>
          </a:p>
          <a:p>
            <a:pPr marL="457200" indent="-457200">
              <a:buFont typeface="Wingdings" panose="05000000000000000000" pitchFamily="2" charset="2"/>
              <a:buChar char="§"/>
            </a:pPr>
            <a:r>
              <a:rPr lang="en-IN" sz="2800" dirty="0">
                <a:solidFill>
                  <a:schemeClr val="tx1">
                    <a:lumMod val="95000"/>
                    <a:lumOff val="5000"/>
                  </a:schemeClr>
                </a:solidFill>
                <a:latin typeface="Georgia Pro Condensed" panose="020B0604020202020204" charset="0"/>
              </a:rPr>
              <a:t>Compute 4-neighbor spatial mean 𝜇 for each past frame </a:t>
            </a:r>
          </a:p>
          <a:p>
            <a:pPr marL="457200" indent="-457200">
              <a:buFont typeface="Wingdings" panose="05000000000000000000" pitchFamily="2" charset="2"/>
              <a:buChar char="§"/>
            </a:pPr>
            <a:r>
              <a:rPr lang="en-IN" sz="2800" dirty="0">
                <a:solidFill>
                  <a:schemeClr val="tx1">
                    <a:lumMod val="95000"/>
                    <a:lumOff val="5000"/>
                  </a:schemeClr>
                </a:solidFill>
                <a:latin typeface="Georgia Pro Condensed" panose="020B0604020202020204" charset="0"/>
              </a:rPr>
              <a:t>Subtract mean → removes spatial smoothness  </a:t>
            </a:r>
          </a:p>
          <a:p>
            <a:pPr marL="457200" indent="-457200">
              <a:buFont typeface="Wingdings" panose="05000000000000000000" pitchFamily="2" charset="2"/>
              <a:buChar char="§"/>
            </a:pPr>
            <a:r>
              <a:rPr lang="en-IN" sz="2800" dirty="0">
                <a:solidFill>
                  <a:schemeClr val="tx1">
                    <a:lumMod val="95000"/>
                    <a:lumOff val="5000"/>
                  </a:schemeClr>
                </a:solidFill>
                <a:latin typeface="Georgia Pro Condensed" panose="020B0604020202020204" charset="0"/>
              </a:rPr>
              <a:t>Remaining detail = temporal context (illumination, motion, time-based variations)</a:t>
            </a:r>
          </a:p>
        </p:txBody>
      </p:sp>
      <p:pic>
        <p:nvPicPr>
          <p:cNvPr id="13" name="Picture 12">
            <a:extLst>
              <a:ext uri="{FF2B5EF4-FFF2-40B4-BE49-F238E27FC236}">
                <a16:creationId xmlns:a16="http://schemas.microsoft.com/office/drawing/2014/main" id="{F434DA79-B23A-8352-F12B-8FA80DC1B14D}"/>
              </a:ext>
            </a:extLst>
          </p:cNvPr>
          <p:cNvPicPr>
            <a:picLocks noChangeAspect="1"/>
          </p:cNvPicPr>
          <p:nvPr/>
        </p:nvPicPr>
        <p:blipFill>
          <a:blip r:embed="rId2"/>
          <a:stretch>
            <a:fillRect/>
          </a:stretch>
        </p:blipFill>
        <p:spPr>
          <a:xfrm>
            <a:off x="5562600" y="4838700"/>
            <a:ext cx="7162800" cy="4352779"/>
          </a:xfrm>
          <a:prstGeom prst="rect">
            <a:avLst/>
          </a:prstGeom>
        </p:spPr>
      </p:pic>
      <p:sp>
        <p:nvSpPr>
          <p:cNvPr id="17" name="TextBox 16">
            <a:extLst>
              <a:ext uri="{FF2B5EF4-FFF2-40B4-BE49-F238E27FC236}">
                <a16:creationId xmlns:a16="http://schemas.microsoft.com/office/drawing/2014/main" id="{7F62578E-D7BF-39B5-E05B-1773F5CAC0F9}"/>
              </a:ext>
            </a:extLst>
          </p:cNvPr>
          <p:cNvSpPr txBox="1"/>
          <p:nvPr/>
        </p:nvSpPr>
        <p:spPr>
          <a:xfrm>
            <a:off x="6324600" y="9228666"/>
            <a:ext cx="5638800" cy="400110"/>
          </a:xfrm>
          <a:prstGeom prst="rect">
            <a:avLst/>
          </a:prstGeom>
          <a:noFill/>
        </p:spPr>
        <p:txBody>
          <a:bodyPr wrap="square">
            <a:spAutoFit/>
          </a:bodyPr>
          <a:lstStyle/>
          <a:p>
            <a:r>
              <a:rPr lang="en-IN" sz="2000" dirty="0">
                <a:solidFill>
                  <a:schemeClr val="tx1">
                    <a:lumMod val="85000"/>
                    <a:lumOff val="15000"/>
                  </a:schemeClr>
                </a:solidFill>
              </a:rPr>
              <a:t>Figure 5.: Temporal Context Vector Formation [4] </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9F0F39F1-9642-67CF-039D-33B3E788AD18}"/>
                  </a:ext>
                </a:extLst>
              </p:cNvPr>
              <p:cNvSpPr txBox="1"/>
              <p:nvPr/>
            </p:nvSpPr>
            <p:spPr>
              <a:xfrm>
                <a:off x="1524000" y="4838700"/>
                <a:ext cx="4267200" cy="73404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IN" sz="2800" i="1" smtClean="0">
                              <a:solidFill>
                                <a:schemeClr val="tx1">
                                  <a:lumMod val="95000"/>
                                  <a:lumOff val="5000"/>
                                </a:schemeClr>
                              </a:solidFill>
                              <a:latin typeface="Cambria Math" panose="02040503050406030204" pitchFamily="18" charset="0"/>
                            </a:rPr>
                          </m:ctrlPr>
                        </m:sSubSupPr>
                        <m:e>
                          <m:r>
                            <a:rPr lang="en-IN" sz="2800" b="0" i="1">
                              <a:solidFill>
                                <a:schemeClr val="tx1">
                                  <a:lumMod val="95000"/>
                                  <a:lumOff val="5000"/>
                                </a:schemeClr>
                              </a:solidFill>
                              <a:latin typeface="Cambria Math" panose="02040503050406030204" pitchFamily="18" charset="0"/>
                            </a:rPr>
                            <m:t>𝑈</m:t>
                          </m:r>
                        </m:e>
                        <m:sub>
                          <m:r>
                            <a:rPr lang="en-US" sz="2800" b="0" i="1" smtClean="0">
                              <a:solidFill>
                                <a:schemeClr val="tx1">
                                  <a:lumMod val="95000"/>
                                  <a:lumOff val="5000"/>
                                </a:schemeClr>
                              </a:solidFill>
                              <a:latin typeface="Cambria Math" panose="02040503050406030204" pitchFamily="18" charset="0"/>
                            </a:rPr>
                            <m:t>𝑝</m:t>
                          </m:r>
                          <m:r>
                            <a:rPr lang="en-US" sz="2800" b="0" i="1" smtClean="0">
                              <a:solidFill>
                                <a:schemeClr val="tx1">
                                  <a:lumMod val="95000"/>
                                  <a:lumOff val="5000"/>
                                </a:schemeClr>
                              </a:solidFill>
                              <a:latin typeface="Cambria Math" panose="02040503050406030204" pitchFamily="18" charset="0"/>
                            </a:rPr>
                            <m:t>,</m:t>
                          </m:r>
                          <m:r>
                            <a:rPr lang="en-IN" sz="2800" b="0" i="1">
                              <a:solidFill>
                                <a:schemeClr val="tx1">
                                  <a:lumMod val="95000"/>
                                  <a:lumOff val="5000"/>
                                </a:schemeClr>
                              </a:solidFill>
                              <a:latin typeface="Cambria Math" panose="02040503050406030204" pitchFamily="18" charset="0"/>
                            </a:rPr>
                            <m:t>𝑞</m:t>
                          </m:r>
                        </m:sub>
                        <m:sup>
                          <m:r>
                            <a:rPr lang="en-IN" sz="2800" b="0" i="1">
                              <a:solidFill>
                                <a:schemeClr val="tx1">
                                  <a:lumMod val="95000"/>
                                  <a:lumOff val="5000"/>
                                </a:schemeClr>
                              </a:solidFill>
                              <a:latin typeface="Cambria Math" panose="02040503050406030204" pitchFamily="18" charset="0"/>
                            </a:rPr>
                            <m:t>𝑗</m:t>
                          </m:r>
                          <m:r>
                            <a:rPr lang="en-US" sz="2800" b="0" i="0" smtClean="0">
                              <a:solidFill>
                                <a:schemeClr val="tx1">
                                  <a:lumMod val="95000"/>
                                  <a:lumOff val="5000"/>
                                </a:schemeClr>
                              </a:solidFill>
                              <a:latin typeface="Cambria Math" panose="02040503050406030204" pitchFamily="18" charset="0"/>
                            </a:rPr>
                            <m:t>,</m:t>
                          </m:r>
                          <m:r>
                            <a:rPr lang="en-IN" sz="2800" b="0" i="1">
                              <a:solidFill>
                                <a:schemeClr val="tx1">
                                  <a:lumMod val="95000"/>
                                  <a:lumOff val="5000"/>
                                </a:schemeClr>
                              </a:solidFill>
                              <a:latin typeface="Cambria Math" panose="02040503050406030204" pitchFamily="18" charset="0"/>
                            </a:rPr>
                            <m:t>𝑡</m:t>
                          </m:r>
                        </m:sup>
                      </m:sSubSup>
                      <m:r>
                        <a:rPr lang="en-IN" sz="2800" b="0" i="0">
                          <a:solidFill>
                            <a:schemeClr val="tx1">
                              <a:lumMod val="95000"/>
                              <a:lumOff val="5000"/>
                            </a:schemeClr>
                          </a:solidFill>
                          <a:latin typeface="Cambria Math" panose="02040503050406030204" pitchFamily="18" charset="0"/>
                        </a:rPr>
                        <m:t>=</m:t>
                      </m:r>
                      <m:d>
                        <m:dPr>
                          <m:begChr m:val="["/>
                          <m:endChr m:val="]"/>
                          <m:ctrlPr>
                            <a:rPr lang="en-IN" sz="2800" i="1">
                              <a:solidFill>
                                <a:schemeClr val="tx1">
                                  <a:lumMod val="95000"/>
                                  <a:lumOff val="5000"/>
                                </a:schemeClr>
                              </a:solidFill>
                              <a:latin typeface="Cambria Math" panose="02040503050406030204" pitchFamily="18" charset="0"/>
                            </a:rPr>
                          </m:ctrlPr>
                        </m:dPr>
                        <m:e>
                          <m:sSubSup>
                            <m:sSubSupPr>
                              <m:ctrlPr>
                                <a:rPr lang="en-IN" sz="2800" i="1">
                                  <a:solidFill>
                                    <a:schemeClr val="tx1">
                                      <a:lumMod val="95000"/>
                                      <a:lumOff val="5000"/>
                                    </a:schemeClr>
                                  </a:solidFill>
                                  <a:latin typeface="Cambria Math" panose="02040503050406030204" pitchFamily="18" charset="0"/>
                                </a:rPr>
                              </m:ctrlPr>
                            </m:sSubSupPr>
                            <m:e>
                              <m:r>
                                <a:rPr lang="en-IN" sz="2800" b="0" i="1">
                                  <a:solidFill>
                                    <a:schemeClr val="tx1">
                                      <a:lumMod val="95000"/>
                                      <a:lumOff val="5000"/>
                                    </a:schemeClr>
                                  </a:solidFill>
                                  <a:latin typeface="Cambria Math" panose="02040503050406030204" pitchFamily="18" charset="0"/>
                                </a:rPr>
                                <m:t>𝑥</m:t>
                              </m:r>
                            </m:e>
                            <m:sub>
                              <m:r>
                                <a:rPr lang="en-IN" sz="2800" b="0" i="1">
                                  <a:solidFill>
                                    <a:schemeClr val="tx1">
                                      <a:lumMod val="95000"/>
                                      <a:lumOff val="5000"/>
                                    </a:schemeClr>
                                  </a:solidFill>
                                  <a:latin typeface="Cambria Math" panose="02040503050406030204" pitchFamily="18" charset="0"/>
                                </a:rPr>
                                <m:t>𝑝</m:t>
                              </m:r>
                              <m:r>
                                <a:rPr lang="en-IN" sz="2800" b="0" i="0">
                                  <a:solidFill>
                                    <a:schemeClr val="tx1">
                                      <a:lumMod val="95000"/>
                                      <a:lumOff val="5000"/>
                                    </a:schemeClr>
                                  </a:solidFill>
                                  <a:latin typeface="Cambria Math" panose="02040503050406030204" pitchFamily="18" charset="0"/>
                                </a:rPr>
                                <m:t>,</m:t>
                              </m:r>
                              <m:r>
                                <a:rPr lang="en-IN" sz="2800" b="0" i="1">
                                  <a:solidFill>
                                    <a:schemeClr val="tx1">
                                      <a:lumMod val="95000"/>
                                      <a:lumOff val="5000"/>
                                    </a:schemeClr>
                                  </a:solidFill>
                                  <a:latin typeface="Cambria Math" panose="02040503050406030204" pitchFamily="18" charset="0"/>
                                </a:rPr>
                                <m:t>𝑞</m:t>
                              </m:r>
                            </m:sub>
                            <m:sup>
                              <m:r>
                                <a:rPr lang="en-US" sz="2800" b="0" i="1" smtClean="0">
                                  <a:solidFill>
                                    <a:schemeClr val="tx1">
                                      <a:lumMod val="95000"/>
                                      <a:lumOff val="5000"/>
                                    </a:schemeClr>
                                  </a:solidFill>
                                  <a:latin typeface="Cambria Math" panose="02040503050406030204" pitchFamily="18" charset="0"/>
                                </a:rPr>
                                <m:t>𝑗</m:t>
                              </m:r>
                              <m:r>
                                <a:rPr lang="en-US" sz="2800" b="0" i="1" smtClean="0">
                                  <a:solidFill>
                                    <a:schemeClr val="tx1">
                                      <a:lumMod val="95000"/>
                                      <a:lumOff val="5000"/>
                                    </a:schemeClr>
                                  </a:solidFill>
                                  <a:latin typeface="Cambria Math" panose="02040503050406030204" pitchFamily="18" charset="0"/>
                                </a:rPr>
                                <m:t>,</m:t>
                              </m:r>
                              <m:r>
                                <a:rPr lang="en-IN" sz="2800" b="0" i="1">
                                  <a:solidFill>
                                    <a:schemeClr val="tx1">
                                      <a:lumMod val="95000"/>
                                      <a:lumOff val="5000"/>
                                    </a:schemeClr>
                                  </a:solidFill>
                                  <a:latin typeface="Cambria Math" panose="02040503050406030204" pitchFamily="18" charset="0"/>
                                </a:rPr>
                                <m:t>𝑡</m:t>
                              </m:r>
                              <m:r>
                                <a:rPr lang="en-US" sz="2800" b="0" i="1" smtClean="0">
                                  <a:solidFill>
                                    <a:schemeClr val="tx1">
                                      <a:lumMod val="95000"/>
                                      <a:lumOff val="5000"/>
                                    </a:schemeClr>
                                  </a:solidFill>
                                  <a:latin typeface="Cambria Math" panose="02040503050406030204" pitchFamily="18" charset="0"/>
                                </a:rPr>
                                <m:t>−</m:t>
                              </m:r>
                              <m:r>
                                <a:rPr lang="en-US" sz="2800" b="0" i="1" smtClean="0">
                                  <a:solidFill>
                                    <a:schemeClr val="tx1">
                                      <a:lumMod val="95000"/>
                                      <a:lumOff val="5000"/>
                                    </a:schemeClr>
                                  </a:solidFill>
                                  <a:latin typeface="Cambria Math" panose="02040503050406030204" pitchFamily="18" charset="0"/>
                                </a:rPr>
                                <m:t>𝑛</m:t>
                              </m:r>
                            </m:sup>
                          </m:sSubSup>
                          <m:sSubSup>
                            <m:sSubSupPr>
                              <m:ctrlPr>
                                <a:rPr lang="en-IN" sz="2800" i="1" smtClean="0">
                                  <a:solidFill>
                                    <a:schemeClr val="tx1">
                                      <a:lumMod val="95000"/>
                                      <a:lumOff val="5000"/>
                                    </a:schemeClr>
                                  </a:solidFill>
                                  <a:latin typeface="Cambria Math" panose="02040503050406030204" pitchFamily="18" charset="0"/>
                                </a:rPr>
                              </m:ctrlPr>
                            </m:sSubSupPr>
                            <m:e>
                              <m:r>
                                <a:rPr lang="en-US" sz="2800" b="0" i="1" smtClean="0">
                                  <a:solidFill>
                                    <a:schemeClr val="tx1">
                                      <a:lumMod val="95000"/>
                                      <a:lumOff val="5000"/>
                                    </a:schemeClr>
                                  </a:solidFill>
                                  <a:latin typeface="Cambria Math" panose="02040503050406030204" pitchFamily="18" charset="0"/>
                                </a:rPr>
                                <m:t>−</m:t>
                              </m:r>
                              <m:r>
                                <a:rPr lang="en-IN" sz="2800" b="0" i="1">
                                  <a:solidFill>
                                    <a:schemeClr val="tx1">
                                      <a:lumMod val="95000"/>
                                      <a:lumOff val="5000"/>
                                    </a:schemeClr>
                                  </a:solidFill>
                                  <a:latin typeface="Cambria Math" panose="02040503050406030204" pitchFamily="18" charset="0"/>
                                </a:rPr>
                                <m:t>𝜇</m:t>
                              </m:r>
                            </m:e>
                            <m:sub>
                              <m:r>
                                <a:rPr lang="en-IN" sz="2800" b="0" i="1">
                                  <a:solidFill>
                                    <a:schemeClr val="tx1">
                                      <a:lumMod val="95000"/>
                                      <a:lumOff val="5000"/>
                                    </a:schemeClr>
                                  </a:solidFill>
                                  <a:latin typeface="Cambria Math" panose="02040503050406030204" pitchFamily="18" charset="0"/>
                                </a:rPr>
                                <m:t>𝑝</m:t>
                              </m:r>
                              <m:r>
                                <a:rPr lang="en-IN" sz="2800" b="0" i="0">
                                  <a:solidFill>
                                    <a:schemeClr val="tx1">
                                      <a:lumMod val="95000"/>
                                      <a:lumOff val="5000"/>
                                    </a:schemeClr>
                                  </a:solidFill>
                                  <a:latin typeface="Cambria Math" panose="02040503050406030204" pitchFamily="18" charset="0"/>
                                </a:rPr>
                                <m:t>,</m:t>
                              </m:r>
                              <m:r>
                                <a:rPr lang="en-IN" sz="2800" b="0" i="1">
                                  <a:solidFill>
                                    <a:schemeClr val="tx1">
                                      <a:lumMod val="95000"/>
                                      <a:lumOff val="5000"/>
                                    </a:schemeClr>
                                  </a:solidFill>
                                  <a:latin typeface="Cambria Math" panose="02040503050406030204" pitchFamily="18" charset="0"/>
                                </a:rPr>
                                <m:t>𝑞</m:t>
                              </m:r>
                            </m:sub>
                            <m:sup>
                              <m:r>
                                <a:rPr lang="en-IN" sz="2800" b="0" i="1">
                                  <a:solidFill>
                                    <a:schemeClr val="tx1">
                                      <a:lumMod val="95000"/>
                                      <a:lumOff val="5000"/>
                                    </a:schemeClr>
                                  </a:solidFill>
                                  <a:latin typeface="Cambria Math" panose="02040503050406030204" pitchFamily="18" charset="0"/>
                                </a:rPr>
                                <m:t>𝑗</m:t>
                              </m:r>
                              <m:r>
                                <a:rPr lang="en-US" sz="2800" b="0" i="0" smtClean="0">
                                  <a:solidFill>
                                    <a:schemeClr val="tx1">
                                      <a:lumMod val="95000"/>
                                      <a:lumOff val="5000"/>
                                    </a:schemeClr>
                                  </a:solidFill>
                                  <a:latin typeface="Cambria Math" panose="02040503050406030204" pitchFamily="18" charset="0"/>
                                </a:rPr>
                                <m:t>,</m:t>
                              </m:r>
                              <m:r>
                                <a:rPr lang="en-IN" sz="2800" b="0" i="1">
                                  <a:solidFill>
                                    <a:schemeClr val="tx1">
                                      <a:lumMod val="95000"/>
                                      <a:lumOff val="5000"/>
                                    </a:schemeClr>
                                  </a:solidFill>
                                  <a:latin typeface="Cambria Math" panose="02040503050406030204" pitchFamily="18" charset="0"/>
                                </a:rPr>
                                <m:t>𝑡</m:t>
                              </m:r>
                              <m:r>
                                <a:rPr lang="en-US" sz="2800" b="0" i="1" smtClean="0">
                                  <a:solidFill>
                                    <a:schemeClr val="tx1">
                                      <a:lumMod val="95000"/>
                                      <a:lumOff val="5000"/>
                                    </a:schemeClr>
                                  </a:solidFill>
                                  <a:latin typeface="Cambria Math" panose="02040503050406030204" pitchFamily="18" charset="0"/>
                                </a:rPr>
                                <m:t>−</m:t>
                              </m:r>
                              <m:r>
                                <a:rPr lang="en-US" sz="2800" b="0" i="1" smtClean="0">
                                  <a:solidFill>
                                    <a:schemeClr val="tx1">
                                      <a:lumMod val="95000"/>
                                      <a:lumOff val="5000"/>
                                    </a:schemeClr>
                                  </a:solidFill>
                                  <a:latin typeface="Cambria Math" panose="02040503050406030204" pitchFamily="18" charset="0"/>
                                </a:rPr>
                                <m:t>𝑛</m:t>
                              </m:r>
                            </m:sup>
                          </m:sSubSup>
                        </m:e>
                      </m:d>
                    </m:oMath>
                  </m:oMathPara>
                </a14:m>
                <a:endParaRPr lang="en-IN" sz="2800" dirty="0">
                  <a:solidFill>
                    <a:schemeClr val="tx1">
                      <a:lumMod val="95000"/>
                      <a:lumOff val="5000"/>
                    </a:schemeClr>
                  </a:solidFill>
                </a:endParaRPr>
              </a:p>
            </p:txBody>
          </p:sp>
        </mc:Choice>
        <mc:Fallback xmlns="">
          <p:sp>
            <p:nvSpPr>
              <p:cNvPr id="19" name="TextBox 18">
                <a:extLst>
                  <a:ext uri="{FF2B5EF4-FFF2-40B4-BE49-F238E27FC236}">
                    <a16:creationId xmlns:a16="http://schemas.microsoft.com/office/drawing/2014/main" id="{9F0F39F1-9642-67CF-039D-33B3E788AD18}"/>
                  </a:ext>
                </a:extLst>
              </p:cNvPr>
              <p:cNvSpPr txBox="1">
                <a:spLocks noRot="1" noChangeAspect="1" noMove="1" noResize="1" noEditPoints="1" noAdjustHandles="1" noChangeArrowheads="1" noChangeShapeType="1" noTextEdit="1"/>
              </p:cNvSpPr>
              <p:nvPr/>
            </p:nvSpPr>
            <p:spPr>
              <a:xfrm>
                <a:off x="1524000" y="4838700"/>
                <a:ext cx="4267200" cy="734047"/>
              </a:xfrm>
              <a:prstGeom prst="rect">
                <a:avLst/>
              </a:prstGeom>
              <a:blipFill>
                <a:blip r:embed="rId3"/>
                <a:stretch>
                  <a:fillRect/>
                </a:stretch>
              </a:blipFill>
            </p:spPr>
            <p:txBody>
              <a:bodyPr/>
              <a:lstStyle/>
              <a:p>
                <a:r>
                  <a:rPr lang="en-IN">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92549" y="952500"/>
            <a:ext cx="17565954" cy="384592"/>
          </a:xfrm>
          <a:prstGeom prst="rect">
            <a:avLst/>
          </a:prstGeom>
        </p:spPr>
        <p:txBody>
          <a:bodyPr lIns="0" tIns="0" rIns="0" bIns="0" rtlCol="0" anchor="t">
            <a:spAutoFit/>
          </a:bodyPr>
          <a:lstStyle/>
          <a:p>
            <a:pPr lvl="0">
              <a:lnSpc>
                <a:spcPts val="2727"/>
              </a:lnSpc>
              <a:spcBef>
                <a:spcPct val="0"/>
              </a:spcBef>
            </a:pPr>
            <a:r>
              <a:rPr lang="en-IN" sz="3790" b="1" dirty="0">
                <a:solidFill>
                  <a:srgbClr val="7030A0"/>
                </a:solidFill>
                <a:latin typeface="Georgia Pro Condensed" panose="020B0604020202020204" charset="0"/>
              </a:rPr>
              <a:t>4.  Residual Generation</a:t>
            </a:r>
            <a:endParaRPr lang="en-US" sz="3790" b="1" u="none" strike="noStrike" dirty="0">
              <a:solidFill>
                <a:srgbClr val="7030A0"/>
              </a:solidFill>
              <a:latin typeface="Georgia Pro Condensed" panose="020B0604020202020204" charset="0"/>
              <a:ea typeface="Georgia Pro Condensed"/>
              <a:cs typeface="Georgia Pro Condensed"/>
              <a:sym typeface="Georgia Pro Condensed"/>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0E2580C-83A7-791E-72DC-29222B8C730C}"/>
                  </a:ext>
                </a:extLst>
              </p:cNvPr>
              <p:cNvSpPr txBox="1"/>
              <p:nvPr/>
            </p:nvSpPr>
            <p:spPr>
              <a:xfrm>
                <a:off x="914400" y="1614752"/>
                <a:ext cx="16515754" cy="7162730"/>
              </a:xfrm>
              <a:prstGeom prst="rect">
                <a:avLst/>
              </a:prstGeom>
              <a:noFill/>
            </p:spPr>
            <p:txBody>
              <a:bodyPr wrap="square">
                <a:spAutoFit/>
              </a:bodyPr>
              <a:lstStyle/>
              <a:p>
                <a:r>
                  <a:rPr lang="en-IN" sz="2800" dirty="0">
                    <a:solidFill>
                      <a:schemeClr val="tx1">
                        <a:lumMod val="95000"/>
                        <a:lumOff val="5000"/>
                      </a:schemeClr>
                    </a:solidFill>
                    <a:latin typeface="Georgia Pro Condensed" panose="020B0604020202020204" charset="0"/>
                  </a:rPr>
                  <a:t>      </a:t>
                </a:r>
                <a:r>
                  <a:rPr lang="en-IN" sz="2800" b="1" dirty="0">
                    <a:solidFill>
                      <a:schemeClr val="tx1">
                        <a:lumMod val="95000"/>
                        <a:lumOff val="5000"/>
                      </a:schemeClr>
                    </a:solidFill>
                    <a:latin typeface="Georgia Pro Condensed" panose="020B0604020202020204" charset="0"/>
                  </a:rPr>
                  <a:t>Residual Image </a:t>
                </a:r>
              </a:p>
              <a:p>
                <a:pPr marL="457200" indent="-457200">
                  <a:buFont typeface="Wingdings" panose="05000000000000000000" pitchFamily="2" charset="2"/>
                  <a:buChar char="§"/>
                </a:pPr>
                <a:r>
                  <a:rPr lang="en-IN" sz="2800" dirty="0">
                    <a:solidFill>
                      <a:schemeClr val="tx1">
                        <a:lumMod val="95000"/>
                        <a:lumOff val="5000"/>
                      </a:schemeClr>
                    </a:solidFill>
                    <a:latin typeface="Georgia Pro Condensed" panose="020B0604020202020204" charset="0"/>
                  </a:rPr>
                  <a:t>Residual is computed as the difference between the original and predicted pixel: </a:t>
                </a:r>
              </a:p>
              <a:p>
                <a:pPr marL="457200" indent="-457200">
                  <a:buFont typeface="Wingdings" panose="05000000000000000000" pitchFamily="2" charset="2"/>
                  <a:buChar char="§"/>
                </a:pPr>
                <a:endParaRPr lang="en-IN" sz="2800" dirty="0">
                  <a:solidFill>
                    <a:schemeClr val="tx1">
                      <a:lumMod val="95000"/>
                      <a:lumOff val="5000"/>
                    </a:schemeClr>
                  </a:solidFill>
                  <a:latin typeface="Georgia Pro Condensed" panose="020B0604020202020204" charset="0"/>
                </a:endParaRPr>
              </a:p>
              <a:p>
                <a:pPr/>
                <a14:m>
                  <m:oMathPara xmlns:m="http://schemas.openxmlformats.org/officeDocument/2006/math">
                    <m:oMathParaPr>
                      <m:jc m:val="centerGroup"/>
                    </m:oMathParaPr>
                    <m:oMath xmlns:m="http://schemas.openxmlformats.org/officeDocument/2006/math">
                      <m:sSubSup>
                        <m:sSubSupPr>
                          <m:ctrlPr>
                            <a:rPr lang="en-IN" sz="2800" i="1" smtClean="0">
                              <a:solidFill>
                                <a:schemeClr val="tx1">
                                  <a:lumMod val="95000"/>
                                  <a:lumOff val="5000"/>
                                </a:schemeClr>
                              </a:solidFill>
                              <a:latin typeface="Cambria Math" panose="02040503050406030204" pitchFamily="18" charset="0"/>
                            </a:rPr>
                          </m:ctrlPr>
                        </m:sSubSupPr>
                        <m:e>
                          <m:r>
                            <a:rPr lang="en-IN" sz="2800" b="0" i="1">
                              <a:solidFill>
                                <a:schemeClr val="tx1">
                                  <a:lumMod val="95000"/>
                                  <a:lumOff val="5000"/>
                                </a:schemeClr>
                              </a:solidFill>
                              <a:latin typeface="Cambria Math" panose="02040503050406030204" pitchFamily="18" charset="0"/>
                            </a:rPr>
                            <m:t>𝑒</m:t>
                          </m:r>
                        </m:e>
                        <m:sub>
                          <m:r>
                            <a:rPr lang="en-IN" sz="2800" b="0" i="1">
                              <a:solidFill>
                                <a:schemeClr val="tx1">
                                  <a:lumMod val="95000"/>
                                  <a:lumOff val="5000"/>
                                </a:schemeClr>
                              </a:solidFill>
                              <a:latin typeface="Cambria Math" panose="02040503050406030204" pitchFamily="18" charset="0"/>
                            </a:rPr>
                            <m:t>𝑘</m:t>
                          </m:r>
                        </m:sub>
                        <m:sup>
                          <m:r>
                            <a:rPr lang="en-IN" sz="2800" b="0" i="1">
                              <a:solidFill>
                                <a:schemeClr val="tx1">
                                  <a:lumMod val="95000"/>
                                  <a:lumOff val="5000"/>
                                </a:schemeClr>
                              </a:solidFill>
                              <a:latin typeface="Cambria Math" panose="02040503050406030204" pitchFamily="18" charset="0"/>
                            </a:rPr>
                            <m:t>𝑗</m:t>
                          </m:r>
                          <m:r>
                            <a:rPr lang="en-US" sz="2800" b="0" i="1" smtClean="0">
                              <a:solidFill>
                                <a:schemeClr val="tx1">
                                  <a:lumMod val="95000"/>
                                  <a:lumOff val="5000"/>
                                </a:schemeClr>
                              </a:solidFill>
                              <a:latin typeface="Cambria Math" panose="02040503050406030204" pitchFamily="18" charset="0"/>
                            </a:rPr>
                            <m:t>,</m:t>
                          </m:r>
                          <m:r>
                            <a:rPr lang="en-US" sz="2800" b="0" i="1" smtClean="0">
                              <a:solidFill>
                                <a:schemeClr val="tx1">
                                  <a:lumMod val="95000"/>
                                  <a:lumOff val="5000"/>
                                </a:schemeClr>
                              </a:solidFill>
                              <a:latin typeface="Cambria Math" panose="02040503050406030204" pitchFamily="18" charset="0"/>
                            </a:rPr>
                            <m:t>𝑡</m:t>
                          </m:r>
                        </m:sup>
                      </m:sSubSup>
                      <m:r>
                        <a:rPr lang="en-IN" sz="2800" b="0" i="1">
                          <a:solidFill>
                            <a:schemeClr val="tx1">
                              <a:lumMod val="95000"/>
                              <a:lumOff val="5000"/>
                            </a:schemeClr>
                          </a:solidFill>
                          <a:latin typeface="Cambria Math" panose="02040503050406030204" pitchFamily="18" charset="0"/>
                        </a:rPr>
                        <m:t>=</m:t>
                      </m:r>
                      <m:sSubSup>
                        <m:sSubSupPr>
                          <m:ctrlPr>
                            <a:rPr lang="en-IN" sz="2800" i="1">
                              <a:solidFill>
                                <a:schemeClr val="tx1">
                                  <a:lumMod val="95000"/>
                                  <a:lumOff val="5000"/>
                                </a:schemeClr>
                              </a:solidFill>
                              <a:latin typeface="Cambria Math" panose="02040503050406030204" pitchFamily="18" charset="0"/>
                            </a:rPr>
                          </m:ctrlPr>
                        </m:sSubSupPr>
                        <m:e>
                          <m:r>
                            <a:rPr lang="en-IN" sz="2800" b="0" i="1">
                              <a:solidFill>
                                <a:schemeClr val="tx1">
                                  <a:lumMod val="95000"/>
                                  <a:lumOff val="5000"/>
                                </a:schemeClr>
                              </a:solidFill>
                              <a:latin typeface="Cambria Math" panose="02040503050406030204" pitchFamily="18" charset="0"/>
                            </a:rPr>
                            <m:t>𝑥</m:t>
                          </m:r>
                        </m:e>
                        <m:sub>
                          <m:r>
                            <a:rPr lang="en-IN" sz="2800" b="0" i="1">
                              <a:solidFill>
                                <a:schemeClr val="tx1">
                                  <a:lumMod val="95000"/>
                                  <a:lumOff val="5000"/>
                                </a:schemeClr>
                              </a:solidFill>
                              <a:latin typeface="Cambria Math" panose="02040503050406030204" pitchFamily="18" charset="0"/>
                            </a:rPr>
                            <m:t>𝑘</m:t>
                          </m:r>
                        </m:sub>
                        <m:sup>
                          <m:r>
                            <a:rPr lang="en-IN" sz="2800" b="0" i="1">
                              <a:solidFill>
                                <a:schemeClr val="tx1">
                                  <a:lumMod val="95000"/>
                                  <a:lumOff val="5000"/>
                                </a:schemeClr>
                              </a:solidFill>
                              <a:latin typeface="Cambria Math" panose="02040503050406030204" pitchFamily="18" charset="0"/>
                            </a:rPr>
                            <m:t>𝑗</m:t>
                          </m:r>
                          <m:r>
                            <a:rPr lang="en-US" sz="2800" b="0" i="1" smtClean="0">
                              <a:solidFill>
                                <a:schemeClr val="tx1">
                                  <a:lumMod val="95000"/>
                                  <a:lumOff val="5000"/>
                                </a:schemeClr>
                              </a:solidFill>
                              <a:latin typeface="Cambria Math" panose="02040503050406030204" pitchFamily="18" charset="0"/>
                            </a:rPr>
                            <m:t>,</m:t>
                          </m:r>
                          <m:r>
                            <a:rPr lang="en-US" sz="2800" b="0" i="1" smtClean="0">
                              <a:solidFill>
                                <a:schemeClr val="tx1">
                                  <a:lumMod val="95000"/>
                                  <a:lumOff val="5000"/>
                                </a:schemeClr>
                              </a:solidFill>
                              <a:latin typeface="Cambria Math" panose="02040503050406030204" pitchFamily="18" charset="0"/>
                            </a:rPr>
                            <m:t>𝑡</m:t>
                          </m:r>
                        </m:sup>
                      </m:sSubSup>
                      <m:r>
                        <a:rPr lang="en-IN" sz="2800" b="0" i="1">
                          <a:solidFill>
                            <a:schemeClr val="tx1">
                              <a:lumMod val="95000"/>
                              <a:lumOff val="5000"/>
                            </a:schemeClr>
                          </a:solidFill>
                          <a:latin typeface="Cambria Math" panose="02040503050406030204" pitchFamily="18" charset="0"/>
                        </a:rPr>
                        <m:t>−</m:t>
                      </m:r>
                      <m:sSubSup>
                        <m:sSubSupPr>
                          <m:ctrlPr>
                            <a:rPr lang="en-IN" sz="2800" i="1">
                              <a:solidFill>
                                <a:schemeClr val="tx1">
                                  <a:lumMod val="95000"/>
                                  <a:lumOff val="5000"/>
                                </a:schemeClr>
                              </a:solidFill>
                              <a:latin typeface="Cambria Math" panose="02040503050406030204" pitchFamily="18" charset="0"/>
                            </a:rPr>
                          </m:ctrlPr>
                        </m:sSubSupPr>
                        <m:e>
                          <m:acc>
                            <m:accPr>
                              <m:chr m:val="̂"/>
                              <m:ctrlPr>
                                <a:rPr lang="en-IN" sz="2800" i="1">
                                  <a:solidFill>
                                    <a:schemeClr val="tx1">
                                      <a:lumMod val="95000"/>
                                      <a:lumOff val="5000"/>
                                    </a:schemeClr>
                                  </a:solidFill>
                                  <a:latin typeface="Cambria Math" panose="02040503050406030204" pitchFamily="18" charset="0"/>
                                </a:rPr>
                              </m:ctrlPr>
                            </m:accPr>
                            <m:e>
                              <m:r>
                                <a:rPr lang="en-IN" sz="2800" b="0" i="1">
                                  <a:solidFill>
                                    <a:schemeClr val="tx1">
                                      <a:lumMod val="95000"/>
                                      <a:lumOff val="5000"/>
                                    </a:schemeClr>
                                  </a:solidFill>
                                  <a:latin typeface="Cambria Math" panose="02040503050406030204" pitchFamily="18" charset="0"/>
                                </a:rPr>
                                <m:t>𝑥</m:t>
                              </m:r>
                            </m:e>
                          </m:acc>
                        </m:e>
                        <m:sub>
                          <m:r>
                            <a:rPr lang="en-IN" sz="2800" b="0" i="1">
                              <a:solidFill>
                                <a:schemeClr val="tx1">
                                  <a:lumMod val="95000"/>
                                  <a:lumOff val="5000"/>
                                </a:schemeClr>
                              </a:solidFill>
                              <a:latin typeface="Cambria Math" panose="02040503050406030204" pitchFamily="18" charset="0"/>
                            </a:rPr>
                            <m:t>𝑘</m:t>
                          </m:r>
                        </m:sub>
                        <m:sup>
                          <m:r>
                            <a:rPr lang="en-IN" sz="2800" b="0" i="1">
                              <a:solidFill>
                                <a:schemeClr val="tx1">
                                  <a:lumMod val="95000"/>
                                  <a:lumOff val="5000"/>
                                </a:schemeClr>
                              </a:solidFill>
                              <a:latin typeface="Cambria Math" panose="02040503050406030204" pitchFamily="18" charset="0"/>
                            </a:rPr>
                            <m:t>𝑗</m:t>
                          </m:r>
                          <m:r>
                            <a:rPr lang="en-US" sz="2800" b="0" i="1" smtClean="0">
                              <a:solidFill>
                                <a:schemeClr val="tx1">
                                  <a:lumMod val="95000"/>
                                  <a:lumOff val="5000"/>
                                </a:schemeClr>
                              </a:solidFill>
                              <a:latin typeface="Cambria Math" panose="02040503050406030204" pitchFamily="18" charset="0"/>
                            </a:rPr>
                            <m:t>,</m:t>
                          </m:r>
                          <m:r>
                            <a:rPr lang="en-US" sz="2800" b="0" i="1" smtClean="0">
                              <a:solidFill>
                                <a:schemeClr val="tx1">
                                  <a:lumMod val="95000"/>
                                  <a:lumOff val="5000"/>
                                </a:schemeClr>
                              </a:solidFill>
                              <a:latin typeface="Cambria Math" panose="02040503050406030204" pitchFamily="18" charset="0"/>
                            </a:rPr>
                            <m:t>𝑡</m:t>
                          </m:r>
                        </m:sup>
                      </m:sSubSup>
                    </m:oMath>
                  </m:oMathPara>
                </a14:m>
                <a:endParaRPr lang="en-IN" sz="2800" dirty="0">
                  <a:solidFill>
                    <a:schemeClr val="tx1">
                      <a:lumMod val="95000"/>
                      <a:lumOff val="5000"/>
                    </a:schemeClr>
                  </a:solidFill>
                  <a:latin typeface="Georgia Pro Condensed" panose="020B0604020202020204" charset="0"/>
                </a:endParaRPr>
              </a:p>
              <a:p>
                <a:endParaRPr lang="en-IN" sz="2800" dirty="0">
                  <a:solidFill>
                    <a:schemeClr val="tx1">
                      <a:lumMod val="95000"/>
                      <a:lumOff val="5000"/>
                    </a:schemeClr>
                  </a:solidFill>
                  <a:latin typeface="Georgia Pro Condensed" panose="020B0604020202020204" charset="0"/>
                </a:endParaRPr>
              </a:p>
              <a:p>
                <a:r>
                  <a:rPr lang="en-IN" sz="2800" dirty="0">
                    <a:solidFill>
                      <a:schemeClr val="tx1">
                        <a:lumMod val="95000"/>
                        <a:lumOff val="5000"/>
                      </a:schemeClr>
                    </a:solidFill>
                    <a:latin typeface="Georgia Pro Condensed" panose="020B0604020202020204" charset="0"/>
                  </a:rPr>
                  <a:t>      </a:t>
                </a:r>
                <a:r>
                  <a:rPr lang="en-IN" sz="2800" b="1" dirty="0">
                    <a:solidFill>
                      <a:schemeClr val="tx1">
                        <a:lumMod val="95000"/>
                        <a:lumOff val="5000"/>
                      </a:schemeClr>
                    </a:solidFill>
                    <a:latin typeface="Georgia Pro Condensed" panose="020B0604020202020204" charset="0"/>
                  </a:rPr>
                  <a:t>Purpose: </a:t>
                </a:r>
              </a:p>
              <a:p>
                <a:pPr marL="457200" indent="-457200">
                  <a:buFont typeface="Wingdings" panose="05000000000000000000" pitchFamily="2" charset="2"/>
                  <a:buChar char="§"/>
                </a:pPr>
                <a:r>
                  <a:rPr lang="en-IN" sz="2800" dirty="0">
                    <a:solidFill>
                      <a:schemeClr val="tx1">
                        <a:lumMod val="95000"/>
                        <a:lumOff val="5000"/>
                      </a:schemeClr>
                    </a:solidFill>
                    <a:latin typeface="Georgia Pro Condensed" panose="020B0604020202020204" charset="0"/>
                  </a:rPr>
                  <a:t>Removes predictable information. </a:t>
                </a:r>
              </a:p>
              <a:p>
                <a:pPr marL="457200" indent="-457200">
                  <a:buFont typeface="Wingdings" panose="05000000000000000000" pitchFamily="2" charset="2"/>
                  <a:buChar char="§"/>
                </a:pPr>
                <a:r>
                  <a:rPr lang="en-IN" sz="2800" dirty="0">
                    <a:solidFill>
                      <a:schemeClr val="tx1">
                        <a:lumMod val="95000"/>
                        <a:lumOff val="5000"/>
                      </a:schemeClr>
                    </a:solidFill>
                    <a:latin typeface="Georgia Pro Condensed" panose="020B0604020202020204" charset="0"/>
                  </a:rPr>
                  <a:t>Leaves only unpredictable high-frequency details. </a:t>
                </a:r>
              </a:p>
              <a:p>
                <a:pPr marL="457200" indent="-457200">
                  <a:buFont typeface="Wingdings" panose="05000000000000000000" pitchFamily="2" charset="2"/>
                  <a:buChar char="§"/>
                </a:pPr>
                <a:r>
                  <a:rPr lang="en-IN" sz="2800" dirty="0">
                    <a:solidFill>
                      <a:schemeClr val="tx1">
                        <a:lumMod val="95000"/>
                        <a:lumOff val="5000"/>
                      </a:schemeClr>
                    </a:solidFill>
                    <a:latin typeface="Georgia Pro Condensed" panose="020B0604020202020204" charset="0"/>
                  </a:rPr>
                  <a:t>Transforms raw pixel values into a less complex, highly compressible representation. </a:t>
                </a:r>
              </a:p>
              <a:p>
                <a:pPr marL="457200" indent="-457200">
                  <a:buFont typeface="Wingdings" panose="05000000000000000000" pitchFamily="2" charset="2"/>
                  <a:buChar char="§"/>
                </a:pPr>
                <a:r>
                  <a:rPr lang="en-IN" sz="2800" dirty="0">
                    <a:solidFill>
                      <a:schemeClr val="tx1">
                        <a:lumMod val="95000"/>
                        <a:lumOff val="5000"/>
                      </a:schemeClr>
                    </a:solidFill>
                    <a:latin typeface="Georgia Pro Condensed" panose="020B0604020202020204" charset="0"/>
                  </a:rPr>
                  <a:t> Generates the error values used by the Adaptive Golomb-Rice encoder. </a:t>
                </a:r>
              </a:p>
              <a:p>
                <a:pPr marL="457200" indent="-457200">
                  <a:buFont typeface="Wingdings" panose="05000000000000000000" pitchFamily="2" charset="2"/>
                  <a:buChar char="§"/>
                </a:pPr>
                <a:endParaRPr lang="en-IN" sz="2800" dirty="0">
                  <a:solidFill>
                    <a:schemeClr val="tx1">
                      <a:lumMod val="95000"/>
                      <a:lumOff val="5000"/>
                    </a:schemeClr>
                  </a:solidFill>
                  <a:latin typeface="Georgia Pro Condensed" panose="020B0604020202020204" charset="0"/>
                </a:endParaRPr>
              </a:p>
              <a:p>
                <a:r>
                  <a:rPr lang="en-IN" sz="2800" dirty="0">
                    <a:solidFill>
                      <a:schemeClr val="tx1">
                        <a:lumMod val="95000"/>
                        <a:lumOff val="5000"/>
                      </a:schemeClr>
                    </a:solidFill>
                    <a:latin typeface="Georgia Pro Condensed" panose="020B0604020202020204" charset="0"/>
                  </a:rPr>
                  <a:t>      </a:t>
                </a:r>
                <a:r>
                  <a:rPr lang="en-IN" sz="2800" b="1" dirty="0">
                    <a:solidFill>
                      <a:schemeClr val="tx1">
                        <a:lumMod val="95000"/>
                        <a:lumOff val="5000"/>
                      </a:schemeClr>
                    </a:solidFill>
                    <a:latin typeface="Georgia Pro Condensed" panose="020B0604020202020204" charset="0"/>
                  </a:rPr>
                  <a:t>Interpretation: </a:t>
                </a:r>
              </a:p>
              <a:p>
                <a:pPr marL="457200" indent="-457200">
                  <a:buFont typeface="Wingdings" panose="05000000000000000000" pitchFamily="2" charset="2"/>
                  <a:buChar char="§"/>
                </a:pPr>
                <a:r>
                  <a:rPr lang="en-IN" sz="2800" dirty="0">
                    <a:solidFill>
                      <a:schemeClr val="tx1">
                        <a:lumMod val="95000"/>
                        <a:lumOff val="5000"/>
                      </a:schemeClr>
                    </a:solidFill>
                    <a:latin typeface="Georgia Pro Condensed" panose="020B0604020202020204" charset="0"/>
                  </a:rPr>
                  <a:t>low residual → accurate prediction </a:t>
                </a:r>
              </a:p>
              <a:p>
                <a:pPr marL="457200" indent="-457200">
                  <a:buFont typeface="Wingdings" panose="05000000000000000000" pitchFamily="2" charset="2"/>
                  <a:buChar char="§"/>
                </a:pPr>
                <a:r>
                  <a:rPr lang="en-IN" sz="2800" dirty="0">
                    <a:solidFill>
                      <a:schemeClr val="tx1">
                        <a:lumMod val="95000"/>
                        <a:lumOff val="5000"/>
                      </a:schemeClr>
                    </a:solidFill>
                    <a:latin typeface="Georgia Pro Condensed" panose="020B0604020202020204" charset="0"/>
                  </a:rPr>
                  <a:t>high residual → edges, texture, or unexpected changes </a:t>
                </a:r>
              </a:p>
              <a:p>
                <a:pPr marL="457200" indent="-457200">
                  <a:buFont typeface="Wingdings" panose="05000000000000000000" pitchFamily="2" charset="2"/>
                  <a:buChar char="§"/>
                </a:pPr>
                <a:r>
                  <a:rPr lang="en-IN" sz="2800" dirty="0">
                    <a:solidFill>
                      <a:schemeClr val="tx1">
                        <a:lumMod val="95000"/>
                        <a:lumOff val="5000"/>
                      </a:schemeClr>
                    </a:solidFill>
                    <a:latin typeface="Georgia Pro Condensed" panose="020B0604020202020204" charset="0"/>
                  </a:rPr>
                  <a:t>Residual image captures only the unpredictable high-frequency components </a:t>
                </a:r>
              </a:p>
              <a:p>
                <a:pPr marL="457200" indent="-457200">
                  <a:buFont typeface="Wingdings" panose="05000000000000000000" pitchFamily="2" charset="2"/>
                  <a:buChar char="§"/>
                </a:pPr>
                <a:r>
                  <a:rPr lang="en-IN" sz="2800" dirty="0">
                    <a:solidFill>
                      <a:schemeClr val="tx1">
                        <a:lumMod val="95000"/>
                        <a:lumOff val="5000"/>
                      </a:schemeClr>
                    </a:solidFill>
                    <a:latin typeface="Georgia Pro Condensed" panose="020B0604020202020204" charset="0"/>
                  </a:rPr>
                  <a:t>Smooth areas are largely removed, leaving only meaningful variations</a:t>
                </a:r>
              </a:p>
            </p:txBody>
          </p:sp>
        </mc:Choice>
        <mc:Fallback xmlns="">
          <p:sp>
            <p:nvSpPr>
              <p:cNvPr id="7" name="TextBox 6">
                <a:extLst>
                  <a:ext uri="{FF2B5EF4-FFF2-40B4-BE49-F238E27FC236}">
                    <a16:creationId xmlns:a16="http://schemas.microsoft.com/office/drawing/2014/main" id="{F0E2580C-83A7-791E-72DC-29222B8C730C}"/>
                  </a:ext>
                </a:extLst>
              </p:cNvPr>
              <p:cNvSpPr txBox="1">
                <a:spLocks noRot="1" noChangeAspect="1" noMove="1" noResize="1" noEditPoints="1" noAdjustHandles="1" noChangeArrowheads="1" noChangeShapeType="1" noTextEdit="1"/>
              </p:cNvSpPr>
              <p:nvPr/>
            </p:nvSpPr>
            <p:spPr>
              <a:xfrm>
                <a:off x="914400" y="1614752"/>
                <a:ext cx="16515754" cy="7162730"/>
              </a:xfrm>
              <a:prstGeom prst="rect">
                <a:avLst/>
              </a:prstGeom>
              <a:blipFill>
                <a:blip r:embed="rId2"/>
                <a:stretch>
                  <a:fillRect l="-628" t="-936" b="-426"/>
                </a:stretch>
              </a:blipFill>
            </p:spPr>
            <p:txBody>
              <a:bodyPr/>
              <a:lstStyle/>
              <a:p>
                <a:r>
                  <a:rPr lang="en-IN">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6B485A9-A82E-BF7E-36C7-16E2EB10B877}"/>
              </a:ext>
            </a:extLst>
          </p:cNvPr>
          <p:cNvSpPr txBox="1"/>
          <p:nvPr/>
        </p:nvSpPr>
        <p:spPr>
          <a:xfrm>
            <a:off x="914400" y="800100"/>
            <a:ext cx="9144000" cy="675570"/>
          </a:xfrm>
          <a:prstGeom prst="rect">
            <a:avLst/>
          </a:prstGeom>
          <a:noFill/>
        </p:spPr>
        <p:txBody>
          <a:bodyPr wrap="square">
            <a:spAutoFit/>
          </a:bodyPr>
          <a:lstStyle/>
          <a:p>
            <a:r>
              <a:rPr lang="en-IN" sz="3790" b="1" dirty="0">
                <a:solidFill>
                  <a:srgbClr val="7030A0"/>
                </a:solidFill>
                <a:latin typeface="Georgia Pro Condensed" panose="020B0604020202020204" charset="0"/>
              </a:rPr>
              <a:t>5. Weights Update</a:t>
            </a:r>
          </a:p>
        </p:txBody>
      </p:sp>
      <p:sp>
        <p:nvSpPr>
          <p:cNvPr id="8" name="TextBox 7">
            <a:extLst>
              <a:ext uri="{FF2B5EF4-FFF2-40B4-BE49-F238E27FC236}">
                <a16:creationId xmlns:a16="http://schemas.microsoft.com/office/drawing/2014/main" id="{8C037E56-59C9-5919-6267-4B58AA1BF8A7}"/>
              </a:ext>
            </a:extLst>
          </p:cNvPr>
          <p:cNvSpPr txBox="1"/>
          <p:nvPr/>
        </p:nvSpPr>
        <p:spPr>
          <a:xfrm>
            <a:off x="1143000" y="1790700"/>
            <a:ext cx="16535400" cy="6986528"/>
          </a:xfrm>
          <a:prstGeom prst="rect">
            <a:avLst/>
          </a:prstGeom>
          <a:noFill/>
        </p:spPr>
        <p:txBody>
          <a:bodyPr wrap="square">
            <a:spAutoFit/>
          </a:bodyPr>
          <a:lstStyle/>
          <a:p>
            <a:r>
              <a:rPr lang="en-IN" sz="2800" dirty="0">
                <a:solidFill>
                  <a:schemeClr val="tx1">
                    <a:lumMod val="95000"/>
                    <a:lumOff val="5000"/>
                  </a:schemeClr>
                </a:solidFill>
                <a:latin typeface="Georgia Pro Condensed" panose="020B0604020202020204" charset="0"/>
              </a:rPr>
              <a:t>      </a:t>
            </a:r>
            <a:r>
              <a:rPr lang="en-IN" sz="2800" b="1" dirty="0">
                <a:solidFill>
                  <a:schemeClr val="tx1">
                    <a:lumMod val="95000"/>
                    <a:lumOff val="5000"/>
                  </a:schemeClr>
                </a:solidFill>
                <a:latin typeface="Georgia Pro Condensed" panose="020B0604020202020204" charset="0"/>
              </a:rPr>
              <a:t>Purpose: </a:t>
            </a:r>
          </a:p>
          <a:p>
            <a:pPr marL="457200" indent="-457200">
              <a:buFont typeface="Wingdings" panose="05000000000000000000" pitchFamily="2" charset="2"/>
              <a:buChar char="§"/>
            </a:pPr>
            <a:r>
              <a:rPr lang="en-IN" sz="2800" dirty="0">
                <a:solidFill>
                  <a:schemeClr val="tx1">
                    <a:lumMod val="95000"/>
                    <a:lumOff val="5000"/>
                  </a:schemeClr>
                </a:solidFill>
                <a:latin typeface="Georgia Pro Condensed" panose="020B0604020202020204" charset="0"/>
              </a:rPr>
              <a:t>To continuously improve prediction accuracy by adjusting weights based on the error (residual). </a:t>
            </a:r>
          </a:p>
          <a:p>
            <a:r>
              <a:rPr lang="en-IN" sz="2800" dirty="0">
                <a:solidFill>
                  <a:schemeClr val="tx1">
                    <a:lumMod val="95000"/>
                    <a:lumOff val="5000"/>
                  </a:schemeClr>
                </a:solidFill>
                <a:latin typeface="Georgia Pro Condensed" panose="020B0604020202020204" charset="0"/>
              </a:rPr>
              <a:t>      How Weight Update Works? </a:t>
            </a:r>
          </a:p>
          <a:p>
            <a:r>
              <a:rPr lang="en-IN" sz="2800" dirty="0">
                <a:solidFill>
                  <a:schemeClr val="tx1">
                    <a:lumMod val="95000"/>
                    <a:lumOff val="5000"/>
                  </a:schemeClr>
                </a:solidFill>
                <a:latin typeface="Georgia Pro Condensed" panose="020B0604020202020204" charset="0"/>
              </a:rPr>
              <a:t>                                                              Residual = Actual − Predicted </a:t>
            </a:r>
          </a:p>
          <a:p>
            <a:pPr marL="457200" indent="-457200">
              <a:buFont typeface="Wingdings" panose="05000000000000000000" pitchFamily="2" charset="2"/>
              <a:buChar char="§"/>
            </a:pPr>
            <a:endParaRPr lang="en-IN" sz="2800" dirty="0">
              <a:solidFill>
                <a:schemeClr val="tx1">
                  <a:lumMod val="95000"/>
                  <a:lumOff val="5000"/>
                </a:schemeClr>
              </a:solidFill>
              <a:latin typeface="Georgia Pro Condensed" panose="020B0604020202020204" charset="0"/>
            </a:endParaRPr>
          </a:p>
          <a:p>
            <a:pPr marL="457200" indent="-457200">
              <a:buFont typeface="Wingdings" panose="05000000000000000000" pitchFamily="2" charset="2"/>
              <a:buChar char="§"/>
            </a:pPr>
            <a:r>
              <a:rPr lang="en-IN" sz="2800" dirty="0">
                <a:solidFill>
                  <a:schemeClr val="tx1">
                    <a:lumMod val="95000"/>
                    <a:lumOff val="5000"/>
                  </a:schemeClr>
                </a:solidFill>
                <a:latin typeface="Georgia Pro Condensed" panose="020B0604020202020204" charset="0"/>
              </a:rPr>
              <a:t> Large residual → Big weight update </a:t>
            </a:r>
          </a:p>
          <a:p>
            <a:pPr marL="457200" indent="-457200">
              <a:buFont typeface="Wingdings" panose="05000000000000000000" pitchFamily="2" charset="2"/>
              <a:buChar char="§"/>
            </a:pPr>
            <a:r>
              <a:rPr lang="en-IN" sz="2800" dirty="0">
                <a:solidFill>
                  <a:schemeClr val="tx1">
                    <a:lumMod val="95000"/>
                    <a:lumOff val="5000"/>
                  </a:schemeClr>
                </a:solidFill>
                <a:latin typeface="Georgia Pro Condensed" panose="020B0604020202020204" charset="0"/>
              </a:rPr>
              <a:t> Small residual → Small weight update </a:t>
            </a:r>
          </a:p>
          <a:p>
            <a:pPr marL="457200" indent="-457200">
              <a:buFont typeface="Wingdings" panose="05000000000000000000" pitchFamily="2" charset="2"/>
              <a:buChar char="§"/>
            </a:pPr>
            <a:endParaRPr lang="en-IN" sz="2800" dirty="0">
              <a:solidFill>
                <a:schemeClr val="tx1">
                  <a:lumMod val="95000"/>
                  <a:lumOff val="5000"/>
                </a:schemeClr>
              </a:solidFill>
              <a:latin typeface="Georgia Pro Condensed" panose="020B0604020202020204" charset="0"/>
            </a:endParaRPr>
          </a:p>
          <a:p>
            <a:r>
              <a:rPr lang="en-IN" sz="2800" dirty="0">
                <a:solidFill>
                  <a:schemeClr val="tx1">
                    <a:lumMod val="95000"/>
                    <a:lumOff val="5000"/>
                  </a:schemeClr>
                </a:solidFill>
                <a:latin typeface="Georgia Pro Condensed" panose="020B0604020202020204" charset="0"/>
              </a:rPr>
              <a:t>       </a:t>
            </a:r>
            <a:r>
              <a:rPr lang="en-IN" sz="2800" b="1" dirty="0">
                <a:solidFill>
                  <a:schemeClr val="tx1">
                    <a:lumMod val="95000"/>
                    <a:lumOff val="5000"/>
                  </a:schemeClr>
                </a:solidFill>
                <a:latin typeface="Georgia Pro Condensed" panose="020B0604020202020204" charset="0"/>
              </a:rPr>
              <a:t>Weight update formula: </a:t>
            </a:r>
          </a:p>
          <a:p>
            <a:pPr marL="457200" indent="-457200">
              <a:buFont typeface="Wingdings" panose="05000000000000000000" pitchFamily="2" charset="2"/>
              <a:buChar char="§"/>
            </a:pPr>
            <a:endParaRPr lang="en-IN" sz="2800" dirty="0">
              <a:solidFill>
                <a:schemeClr val="tx1">
                  <a:lumMod val="95000"/>
                  <a:lumOff val="5000"/>
                </a:schemeClr>
              </a:solidFill>
              <a:latin typeface="Georgia Pro Condensed" panose="020B0604020202020204" charset="0"/>
            </a:endParaRPr>
          </a:p>
          <a:p>
            <a:pPr marL="457200" indent="-457200">
              <a:buFont typeface="Wingdings" panose="05000000000000000000" pitchFamily="2" charset="2"/>
              <a:buChar char="§"/>
            </a:pPr>
            <a:endParaRPr lang="en-IN" sz="2800" dirty="0">
              <a:solidFill>
                <a:schemeClr val="tx1">
                  <a:lumMod val="95000"/>
                  <a:lumOff val="5000"/>
                </a:schemeClr>
              </a:solidFill>
              <a:latin typeface="Georgia Pro Condensed" panose="020B0604020202020204" charset="0"/>
            </a:endParaRPr>
          </a:p>
          <a:p>
            <a:pPr marL="457200" indent="-457200">
              <a:buFont typeface="Wingdings" panose="05000000000000000000" pitchFamily="2" charset="2"/>
              <a:buChar char="§"/>
            </a:pPr>
            <a:endParaRPr lang="en-IN" sz="2800" dirty="0">
              <a:solidFill>
                <a:schemeClr val="tx1">
                  <a:lumMod val="95000"/>
                  <a:lumOff val="5000"/>
                </a:schemeClr>
              </a:solidFill>
              <a:latin typeface="Georgia Pro Condensed" panose="020B0604020202020204" charset="0"/>
            </a:endParaRPr>
          </a:p>
          <a:p>
            <a:r>
              <a:rPr lang="en-IN" sz="2800" dirty="0">
                <a:solidFill>
                  <a:schemeClr val="tx1">
                    <a:lumMod val="95000"/>
                    <a:lumOff val="5000"/>
                  </a:schemeClr>
                </a:solidFill>
                <a:latin typeface="Georgia Pro Condensed" panose="020B0604020202020204" charset="0"/>
              </a:rPr>
              <a:t>       </a:t>
            </a:r>
            <a:r>
              <a:rPr lang="en-IN" sz="2800" b="1" dirty="0">
                <a:solidFill>
                  <a:schemeClr val="tx1">
                    <a:lumMod val="95000"/>
                    <a:lumOff val="5000"/>
                  </a:schemeClr>
                </a:solidFill>
                <a:latin typeface="Georgia Pro Condensed" panose="020B0604020202020204" charset="0"/>
              </a:rPr>
              <a:t>Why Weight Update Is Needed? </a:t>
            </a:r>
          </a:p>
          <a:p>
            <a:pPr marL="457200" indent="-457200">
              <a:buFont typeface="Wingdings" panose="05000000000000000000" pitchFamily="2" charset="2"/>
              <a:buChar char="§"/>
            </a:pPr>
            <a:r>
              <a:rPr lang="en-IN" sz="2800" dirty="0">
                <a:solidFill>
                  <a:schemeClr val="tx1">
                    <a:lumMod val="95000"/>
                    <a:lumOff val="5000"/>
                  </a:schemeClr>
                </a:solidFill>
                <a:latin typeface="Georgia Pro Condensed" panose="020B0604020202020204" charset="0"/>
              </a:rPr>
              <a:t> Automatically learns correlation between spectral bands and time frames. </a:t>
            </a:r>
          </a:p>
          <a:p>
            <a:pPr marL="457200" indent="-457200">
              <a:buFont typeface="Wingdings" panose="05000000000000000000" pitchFamily="2" charset="2"/>
              <a:buChar char="§"/>
            </a:pPr>
            <a:r>
              <a:rPr lang="en-IN" sz="2800" dirty="0">
                <a:solidFill>
                  <a:schemeClr val="tx1">
                    <a:lumMod val="95000"/>
                    <a:lumOff val="5000"/>
                  </a:schemeClr>
                </a:solidFill>
                <a:latin typeface="Georgia Pro Condensed" panose="020B0604020202020204" charset="0"/>
              </a:rPr>
              <a:t> Adapts prediction at each pixel, improving accuracy in real-time. </a:t>
            </a:r>
          </a:p>
          <a:p>
            <a:pPr marL="457200" indent="-457200">
              <a:buFont typeface="Wingdings" panose="05000000000000000000" pitchFamily="2" charset="2"/>
              <a:buChar char="§"/>
            </a:pPr>
            <a:r>
              <a:rPr lang="en-IN" sz="2800" dirty="0">
                <a:solidFill>
                  <a:schemeClr val="tx1">
                    <a:lumMod val="95000"/>
                    <a:lumOff val="5000"/>
                  </a:schemeClr>
                </a:solidFill>
                <a:latin typeface="Georgia Pro Condensed" panose="020B0604020202020204" charset="0"/>
              </a:rPr>
              <a:t> Reduces future residuals → improves compression</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8D514F6-32F1-6C5B-F987-74319B521CCE}"/>
                  </a:ext>
                </a:extLst>
              </p:cNvPr>
              <p:cNvSpPr txBox="1"/>
              <p:nvPr/>
            </p:nvSpPr>
            <p:spPr>
              <a:xfrm>
                <a:off x="6934200" y="5829300"/>
                <a:ext cx="5791200" cy="542521"/>
              </a:xfrm>
              <a:prstGeom prst="rect">
                <a:avLst/>
              </a:prstGeom>
              <a:noFill/>
            </p:spPr>
            <p:txBody>
              <a:bodyPr wrap="square" lIns="0" tIns="0" rIns="0" bIns="0" rtlCol="0">
                <a:spAutoFit/>
              </a:bodyPr>
              <a:lstStyle/>
              <a:p>
                <a14:m>
                  <m:oMath xmlns:m="http://schemas.openxmlformats.org/officeDocument/2006/math">
                    <m:sSubSup>
                      <m:sSubSupPr>
                        <m:ctrlPr>
                          <a:rPr lang="en-IN" sz="2800" i="1" smtClean="0">
                            <a:solidFill>
                              <a:srgbClr val="013E3D"/>
                            </a:solidFill>
                            <a:latin typeface="Cambria Math" panose="02040503050406030204" pitchFamily="18" charset="0"/>
                          </a:rPr>
                        </m:ctrlPr>
                      </m:sSubSupPr>
                      <m:e>
                        <m:r>
                          <a:rPr lang="en-IN" sz="2800" i="1" smtClean="0">
                            <a:solidFill>
                              <a:srgbClr val="013E3D"/>
                            </a:solidFill>
                            <a:latin typeface="Cambria Math" panose="02040503050406030204" pitchFamily="18" charset="0"/>
                          </a:rPr>
                          <m:t>𝑤</m:t>
                        </m:r>
                      </m:e>
                      <m:sub>
                        <m:r>
                          <a:rPr lang="en-IN" sz="2800" i="1" smtClean="0">
                            <a:solidFill>
                              <a:srgbClr val="013E3D"/>
                            </a:solidFill>
                            <a:latin typeface="Cambria Math" panose="02040503050406030204" pitchFamily="18" charset="0"/>
                          </a:rPr>
                          <m:t>𝑗</m:t>
                        </m:r>
                        <m:r>
                          <a:rPr lang="en-US" sz="2800" b="0" i="1" smtClean="0">
                            <a:solidFill>
                              <a:srgbClr val="013E3D"/>
                            </a:solidFill>
                            <a:latin typeface="Cambria Math" panose="02040503050406030204" pitchFamily="18" charset="0"/>
                          </a:rPr>
                          <m:t>,</m:t>
                        </m:r>
                        <m:r>
                          <a:rPr lang="en-US" sz="2800" b="0" i="1" smtClean="0">
                            <a:solidFill>
                              <a:srgbClr val="013E3D"/>
                            </a:solidFill>
                            <a:latin typeface="Cambria Math" panose="02040503050406030204" pitchFamily="18" charset="0"/>
                          </a:rPr>
                          <m:t>𝑡</m:t>
                        </m:r>
                      </m:sub>
                      <m:sup>
                        <m:r>
                          <a:rPr lang="en-IN" sz="2800" i="1" smtClean="0">
                            <a:solidFill>
                              <a:srgbClr val="013E3D"/>
                            </a:solidFill>
                            <a:latin typeface="Cambria Math" panose="02040503050406030204" pitchFamily="18" charset="0"/>
                          </a:rPr>
                          <m:t>𝑘</m:t>
                        </m:r>
                        <m:r>
                          <a:rPr lang="en-US" sz="2800" b="0" i="1" smtClean="0">
                            <a:solidFill>
                              <a:srgbClr val="013E3D"/>
                            </a:solidFill>
                            <a:latin typeface="Cambria Math" panose="02040503050406030204" pitchFamily="18" charset="0"/>
                          </a:rPr>
                          <m:t>+1</m:t>
                        </m:r>
                      </m:sup>
                    </m:sSubSup>
                    <m:r>
                      <a:rPr lang="en-IN" sz="2800" i="1" smtClean="0">
                        <a:solidFill>
                          <a:srgbClr val="013E3D"/>
                        </a:solidFill>
                        <a:latin typeface="Cambria Math" panose="02040503050406030204" pitchFamily="18" charset="0"/>
                      </a:rPr>
                      <m:t>=</m:t>
                    </m:r>
                    <m:sSubSup>
                      <m:sSubSupPr>
                        <m:ctrlPr>
                          <a:rPr lang="en-IN" sz="2800" i="1">
                            <a:solidFill>
                              <a:srgbClr val="013E3D"/>
                            </a:solidFill>
                            <a:latin typeface="Cambria Math" panose="02040503050406030204" pitchFamily="18" charset="0"/>
                          </a:rPr>
                        </m:ctrlPr>
                      </m:sSubSupPr>
                      <m:e>
                        <m:r>
                          <a:rPr lang="en-IN" sz="2800" i="1">
                            <a:solidFill>
                              <a:srgbClr val="013E3D"/>
                            </a:solidFill>
                            <a:latin typeface="Cambria Math" panose="02040503050406030204" pitchFamily="18" charset="0"/>
                          </a:rPr>
                          <m:t>𝑤</m:t>
                        </m:r>
                      </m:e>
                      <m:sub>
                        <m:r>
                          <a:rPr lang="en-IN" sz="2800" i="1">
                            <a:solidFill>
                              <a:srgbClr val="013E3D"/>
                            </a:solidFill>
                            <a:latin typeface="Cambria Math" panose="02040503050406030204" pitchFamily="18" charset="0"/>
                          </a:rPr>
                          <m:t>𝑗</m:t>
                        </m:r>
                        <m:r>
                          <a:rPr lang="en-US" sz="2800" i="1">
                            <a:solidFill>
                              <a:srgbClr val="013E3D"/>
                            </a:solidFill>
                            <a:latin typeface="Cambria Math" panose="02040503050406030204" pitchFamily="18" charset="0"/>
                          </a:rPr>
                          <m:t>,</m:t>
                        </m:r>
                        <m:r>
                          <a:rPr lang="en-US" sz="2800" i="1">
                            <a:solidFill>
                              <a:srgbClr val="013E3D"/>
                            </a:solidFill>
                            <a:latin typeface="Cambria Math" panose="02040503050406030204" pitchFamily="18" charset="0"/>
                          </a:rPr>
                          <m:t>𝑡</m:t>
                        </m:r>
                      </m:sub>
                      <m:sup>
                        <m:r>
                          <a:rPr lang="en-IN" sz="2800" i="1">
                            <a:solidFill>
                              <a:srgbClr val="013E3D"/>
                            </a:solidFill>
                            <a:latin typeface="Cambria Math" panose="02040503050406030204" pitchFamily="18" charset="0"/>
                          </a:rPr>
                          <m:t>𝑘</m:t>
                        </m:r>
                      </m:sup>
                    </m:sSubSup>
                  </m:oMath>
                </a14:m>
                <a:r>
                  <a:rPr lang="en-IN" sz="2800" dirty="0">
                    <a:solidFill>
                      <a:srgbClr val="013E3D"/>
                    </a:solidFill>
                  </a:rPr>
                  <a:t> +</a:t>
                </a:r>
                <a14:m>
                  <m:oMath xmlns:m="http://schemas.openxmlformats.org/officeDocument/2006/math">
                    <m:r>
                      <a:rPr lang="en-IN" sz="2800" i="1" dirty="0" smtClean="0">
                        <a:solidFill>
                          <a:srgbClr val="013E3D"/>
                        </a:solidFill>
                        <a:latin typeface="Cambria Math" panose="02040503050406030204" pitchFamily="18" charset="0"/>
                        <a:ea typeface="Cambria Math" panose="02040503050406030204" pitchFamily="18" charset="0"/>
                      </a:rPr>
                      <m:t>𝜌</m:t>
                    </m:r>
                    <m:r>
                      <a:rPr lang="en-US" sz="2800" b="0" i="1" dirty="0" smtClean="0">
                        <a:solidFill>
                          <a:srgbClr val="013E3D"/>
                        </a:solidFill>
                        <a:latin typeface="Cambria Math" panose="02040503050406030204" pitchFamily="18" charset="0"/>
                        <a:ea typeface="Cambria Math" panose="02040503050406030204" pitchFamily="18" charset="0"/>
                      </a:rPr>
                      <m:t>(</m:t>
                    </m:r>
                    <m:r>
                      <m:rPr>
                        <m:sty m:val="p"/>
                      </m:rPr>
                      <a:rPr lang="en-US" sz="2800" b="0" i="1" dirty="0" smtClean="0">
                        <a:solidFill>
                          <a:srgbClr val="013E3D"/>
                        </a:solidFill>
                        <a:latin typeface="Cambria Math" panose="02040503050406030204" pitchFamily="18" charset="0"/>
                        <a:ea typeface="Cambria Math" panose="02040503050406030204" pitchFamily="18" charset="0"/>
                      </a:rPr>
                      <m:t>k</m:t>
                    </m:r>
                    <m:r>
                      <a:rPr lang="en-US" sz="2800" b="0" i="1" dirty="0" smtClean="0">
                        <a:solidFill>
                          <a:srgbClr val="013E3D"/>
                        </a:solidFill>
                        <a:latin typeface="Cambria Math" panose="02040503050406030204" pitchFamily="18" charset="0"/>
                        <a:ea typeface="Cambria Math" panose="02040503050406030204" pitchFamily="18" charset="0"/>
                      </a:rPr>
                      <m:t>).</m:t>
                    </m:r>
                    <m:r>
                      <m:rPr>
                        <m:sty m:val="p"/>
                      </m:rPr>
                      <a:rPr lang="en-US" sz="2800" b="0" i="1" dirty="0" smtClean="0">
                        <a:solidFill>
                          <a:srgbClr val="013E3D"/>
                        </a:solidFill>
                        <a:latin typeface="Cambria Math" panose="02040503050406030204" pitchFamily="18" charset="0"/>
                        <a:ea typeface="Cambria Math" panose="02040503050406030204" pitchFamily="18" charset="0"/>
                      </a:rPr>
                      <m:t>sign</m:t>
                    </m:r>
                    <m:r>
                      <a:rPr lang="en-US" sz="2800" b="0" i="1" dirty="0" smtClean="0">
                        <a:solidFill>
                          <a:srgbClr val="013E3D"/>
                        </a:solidFill>
                        <a:latin typeface="Cambria Math" panose="02040503050406030204" pitchFamily="18" charset="0"/>
                        <a:ea typeface="Cambria Math" panose="02040503050406030204" pitchFamily="18" charset="0"/>
                      </a:rPr>
                      <m:t>(</m:t>
                    </m:r>
                    <m:sSubSup>
                      <m:sSubSupPr>
                        <m:ctrlPr>
                          <a:rPr lang="en-IN" sz="2800" i="1">
                            <a:solidFill>
                              <a:srgbClr val="013E3D"/>
                            </a:solidFill>
                            <a:latin typeface="Cambria Math" panose="02040503050406030204" pitchFamily="18" charset="0"/>
                          </a:rPr>
                        </m:ctrlPr>
                      </m:sSubSupPr>
                      <m:e>
                        <m:r>
                          <m:rPr>
                            <m:sty m:val="p"/>
                          </m:rPr>
                          <a:rPr lang="en-US" sz="2800" b="0" i="1" smtClean="0">
                            <a:solidFill>
                              <a:srgbClr val="013E3D"/>
                            </a:solidFill>
                            <a:latin typeface="Cambria Math" panose="02040503050406030204" pitchFamily="18" charset="0"/>
                          </a:rPr>
                          <m:t>e</m:t>
                        </m:r>
                      </m:e>
                      <m:sub>
                        <m:r>
                          <m:rPr>
                            <m:sty m:val="p"/>
                          </m:rPr>
                          <a:rPr lang="en-US" sz="2800" b="0" i="1" smtClean="0">
                            <a:solidFill>
                              <a:srgbClr val="013E3D"/>
                            </a:solidFill>
                            <a:latin typeface="Cambria Math" panose="02040503050406030204" pitchFamily="18" charset="0"/>
                          </a:rPr>
                          <m:t>k</m:t>
                        </m:r>
                      </m:sub>
                      <m:sup>
                        <m:r>
                          <m:rPr>
                            <m:sty m:val="p"/>
                          </m:rPr>
                          <a:rPr lang="en-US" sz="2800" b="0" i="1" smtClean="0">
                            <a:solidFill>
                              <a:srgbClr val="013E3D"/>
                            </a:solidFill>
                            <a:latin typeface="Cambria Math" panose="02040503050406030204" pitchFamily="18" charset="0"/>
                          </a:rPr>
                          <m:t>j</m:t>
                        </m:r>
                        <m:r>
                          <a:rPr lang="en-US" sz="2800" b="0" i="1" smtClean="0">
                            <a:solidFill>
                              <a:srgbClr val="013E3D"/>
                            </a:solidFill>
                            <a:latin typeface="Cambria Math" panose="02040503050406030204" pitchFamily="18" charset="0"/>
                          </a:rPr>
                          <m:t>,</m:t>
                        </m:r>
                        <m:r>
                          <m:rPr>
                            <m:sty m:val="p"/>
                          </m:rPr>
                          <a:rPr lang="en-US" sz="2800" b="0" i="1" smtClean="0">
                            <a:solidFill>
                              <a:srgbClr val="013E3D"/>
                            </a:solidFill>
                            <a:latin typeface="Cambria Math" panose="02040503050406030204" pitchFamily="18" charset="0"/>
                          </a:rPr>
                          <m:t>t</m:t>
                        </m:r>
                      </m:sup>
                    </m:sSubSup>
                  </m:oMath>
                </a14:m>
                <a:r>
                  <a:rPr lang="en-IN" sz="2800" dirty="0">
                    <a:solidFill>
                      <a:srgbClr val="013E3D"/>
                    </a:solidFill>
                  </a:rPr>
                  <a:t>). </a:t>
                </a:r>
                <a14:m>
                  <m:oMath xmlns:m="http://schemas.openxmlformats.org/officeDocument/2006/math">
                    <m:sSubSup>
                      <m:sSubSupPr>
                        <m:ctrlPr>
                          <a:rPr lang="en-IN" sz="2800" i="1">
                            <a:solidFill>
                              <a:srgbClr val="013E3D"/>
                            </a:solidFill>
                            <a:latin typeface="Cambria Math" panose="02040503050406030204" pitchFamily="18" charset="0"/>
                          </a:rPr>
                        </m:ctrlPr>
                      </m:sSubSupPr>
                      <m:e>
                        <m:r>
                          <m:rPr>
                            <m:sty m:val="p"/>
                          </m:rPr>
                          <a:rPr lang="en-US" sz="2800" b="0" i="1" smtClean="0">
                            <a:solidFill>
                              <a:srgbClr val="013E3D"/>
                            </a:solidFill>
                            <a:latin typeface="Cambria Math" panose="02040503050406030204" pitchFamily="18" charset="0"/>
                          </a:rPr>
                          <m:t>U</m:t>
                        </m:r>
                      </m:e>
                      <m:sub>
                        <m:r>
                          <m:rPr>
                            <m:sty m:val="p"/>
                          </m:rPr>
                          <a:rPr lang="en-US" sz="2800" b="0" i="1" smtClean="0">
                            <a:solidFill>
                              <a:srgbClr val="013E3D"/>
                            </a:solidFill>
                            <a:latin typeface="Cambria Math" panose="02040503050406030204" pitchFamily="18" charset="0"/>
                          </a:rPr>
                          <m:t>k</m:t>
                        </m:r>
                      </m:sub>
                      <m:sup>
                        <m:r>
                          <m:rPr>
                            <m:sty m:val="p"/>
                          </m:rPr>
                          <a:rPr lang="en-US" sz="2800" b="0" i="1" smtClean="0">
                            <a:solidFill>
                              <a:srgbClr val="013E3D"/>
                            </a:solidFill>
                            <a:latin typeface="Cambria Math" panose="02040503050406030204" pitchFamily="18" charset="0"/>
                          </a:rPr>
                          <m:t>j</m:t>
                        </m:r>
                        <m:r>
                          <a:rPr lang="en-US" sz="2800" b="0" i="1" smtClean="0">
                            <a:solidFill>
                              <a:srgbClr val="013E3D"/>
                            </a:solidFill>
                            <a:latin typeface="Cambria Math" panose="02040503050406030204" pitchFamily="18" charset="0"/>
                          </a:rPr>
                          <m:t>,</m:t>
                        </m:r>
                        <m:r>
                          <m:rPr>
                            <m:sty m:val="p"/>
                          </m:rPr>
                          <a:rPr lang="en-US" sz="2800" b="0" i="1" smtClean="0">
                            <a:solidFill>
                              <a:srgbClr val="013E3D"/>
                            </a:solidFill>
                            <a:latin typeface="Cambria Math" panose="02040503050406030204" pitchFamily="18" charset="0"/>
                          </a:rPr>
                          <m:t>t</m:t>
                        </m:r>
                      </m:sup>
                    </m:sSubSup>
                  </m:oMath>
                </a14:m>
                <a:endParaRPr lang="en-IN" sz="2800" dirty="0">
                  <a:solidFill>
                    <a:srgbClr val="013E3D"/>
                  </a:solidFill>
                </a:endParaRPr>
              </a:p>
            </p:txBody>
          </p:sp>
        </mc:Choice>
        <mc:Fallback xmlns="">
          <p:sp>
            <p:nvSpPr>
              <p:cNvPr id="11" name="TextBox 10">
                <a:extLst>
                  <a:ext uri="{FF2B5EF4-FFF2-40B4-BE49-F238E27FC236}">
                    <a16:creationId xmlns:a16="http://schemas.microsoft.com/office/drawing/2014/main" id="{A8D514F6-32F1-6C5B-F987-74319B521CCE}"/>
                  </a:ext>
                </a:extLst>
              </p:cNvPr>
              <p:cNvSpPr txBox="1">
                <a:spLocks noRot="1" noChangeAspect="1" noMove="1" noResize="1" noEditPoints="1" noAdjustHandles="1" noChangeArrowheads="1" noChangeShapeType="1" noTextEdit="1"/>
              </p:cNvSpPr>
              <p:nvPr/>
            </p:nvSpPr>
            <p:spPr>
              <a:xfrm>
                <a:off x="6934200" y="5829300"/>
                <a:ext cx="5791200" cy="542521"/>
              </a:xfrm>
              <a:prstGeom prst="rect">
                <a:avLst/>
              </a:prstGeom>
              <a:blipFill>
                <a:blip r:embed="rId2"/>
                <a:stretch>
                  <a:fillRect t="-6742" b="-32584"/>
                </a:stretch>
              </a:blipFill>
            </p:spPr>
            <p:txBody>
              <a:bodyPr/>
              <a:lstStyle/>
              <a:p>
                <a:r>
                  <a:rPr lang="en-IN">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7FCEB20-6BA4-8E52-92B6-657118B19CB6}"/>
              </a:ext>
            </a:extLst>
          </p:cNvPr>
          <p:cNvSpPr txBox="1"/>
          <p:nvPr/>
        </p:nvSpPr>
        <p:spPr>
          <a:xfrm>
            <a:off x="914400" y="800100"/>
            <a:ext cx="10287000" cy="675570"/>
          </a:xfrm>
          <a:prstGeom prst="rect">
            <a:avLst/>
          </a:prstGeom>
          <a:noFill/>
        </p:spPr>
        <p:txBody>
          <a:bodyPr wrap="square">
            <a:spAutoFit/>
          </a:bodyPr>
          <a:lstStyle/>
          <a:p>
            <a:r>
              <a:rPr lang="en-IN" sz="3790" b="1" dirty="0">
                <a:solidFill>
                  <a:srgbClr val="7030A0"/>
                </a:solidFill>
                <a:latin typeface="Georgia Pro Condensed" panose="020B0604020202020204" charset="0"/>
              </a:rPr>
              <a:t>6. Adaptive Golomb-Rice Encoding</a:t>
            </a:r>
          </a:p>
        </p:txBody>
      </p:sp>
      <p:sp>
        <p:nvSpPr>
          <p:cNvPr id="5" name="TextBox 4">
            <a:extLst>
              <a:ext uri="{FF2B5EF4-FFF2-40B4-BE49-F238E27FC236}">
                <a16:creationId xmlns:a16="http://schemas.microsoft.com/office/drawing/2014/main" id="{9E90CED7-7126-4A4E-E373-B09D38B85326}"/>
              </a:ext>
            </a:extLst>
          </p:cNvPr>
          <p:cNvSpPr txBox="1"/>
          <p:nvPr/>
        </p:nvSpPr>
        <p:spPr>
          <a:xfrm>
            <a:off x="924232" y="2019300"/>
            <a:ext cx="16530484" cy="5693866"/>
          </a:xfrm>
          <a:prstGeom prst="rect">
            <a:avLst/>
          </a:prstGeom>
          <a:noFill/>
        </p:spPr>
        <p:txBody>
          <a:bodyPr wrap="square">
            <a:spAutoFit/>
          </a:bodyPr>
          <a:lstStyle/>
          <a:p>
            <a:r>
              <a:rPr lang="en-IN" sz="2800" b="1" dirty="0">
                <a:latin typeface="Georgia Pro Condensed" panose="020B0604020202020204" charset="0"/>
              </a:rPr>
              <a:t>      Purpose: </a:t>
            </a:r>
          </a:p>
          <a:p>
            <a:pPr marL="457200" indent="-457200">
              <a:buFont typeface="Wingdings" panose="05000000000000000000" pitchFamily="2" charset="2"/>
              <a:buChar char="§"/>
            </a:pPr>
            <a:r>
              <a:rPr lang="en-IN" sz="2800" dirty="0">
                <a:latin typeface="Georgia Pro Condensed" panose="020B0604020202020204" charset="0"/>
              </a:rPr>
              <a:t>Convert residuals into a compact lossless bitstream </a:t>
            </a:r>
          </a:p>
          <a:p>
            <a:pPr marL="457200" indent="-457200">
              <a:buFont typeface="Wingdings" panose="05000000000000000000" pitchFamily="2" charset="2"/>
              <a:buChar char="§"/>
            </a:pPr>
            <a:r>
              <a:rPr lang="en-IN" sz="2800" dirty="0">
                <a:latin typeface="Georgia Pro Condensed" panose="020B0604020202020204" charset="0"/>
              </a:rPr>
              <a:t>Fully compatible with FPGA and real-time systems</a:t>
            </a:r>
          </a:p>
          <a:p>
            <a:pPr marL="457200" indent="-457200">
              <a:buFont typeface="Wingdings" panose="05000000000000000000" pitchFamily="2" charset="2"/>
              <a:buChar char="§"/>
            </a:pPr>
            <a:endParaRPr lang="en-IN" sz="2800" dirty="0">
              <a:latin typeface="Georgia Pro Condensed" panose="020B0604020202020204" charset="0"/>
            </a:endParaRPr>
          </a:p>
          <a:p>
            <a:r>
              <a:rPr lang="en-IN" sz="2800" b="1" dirty="0">
                <a:latin typeface="Georgia Pro Condensed" panose="020B0604020202020204" charset="0"/>
              </a:rPr>
              <a:t>     Why Adaptive Rice Coding? </a:t>
            </a:r>
          </a:p>
          <a:p>
            <a:pPr marL="457200" indent="-457200">
              <a:buFont typeface="Wingdings" panose="05000000000000000000" pitchFamily="2" charset="2"/>
              <a:buChar char="§"/>
            </a:pPr>
            <a:r>
              <a:rPr lang="en-IN" sz="2800" dirty="0">
                <a:latin typeface="Georgia Pro Condensed" panose="020B0604020202020204" charset="0"/>
              </a:rPr>
              <a:t>Residuals are </a:t>
            </a:r>
            <a:r>
              <a:rPr lang="en-IN" sz="2800" dirty="0" err="1">
                <a:latin typeface="Georgia Pro Condensed" panose="020B0604020202020204" charset="0"/>
              </a:rPr>
              <a:t>centered</a:t>
            </a:r>
            <a:r>
              <a:rPr lang="en-IN" sz="2800" dirty="0">
                <a:latin typeface="Georgia Pro Condensed" panose="020B0604020202020204" charset="0"/>
              </a:rPr>
              <a:t> around zero → Rice distribution fits perfectly </a:t>
            </a:r>
          </a:p>
          <a:p>
            <a:pPr marL="457200" indent="-457200">
              <a:buFont typeface="Wingdings" panose="05000000000000000000" pitchFamily="2" charset="2"/>
              <a:buChar char="§"/>
            </a:pPr>
            <a:r>
              <a:rPr lang="en-IN" sz="2800" dirty="0">
                <a:latin typeface="Georgia Pro Condensed" panose="020B0604020202020204" charset="0"/>
              </a:rPr>
              <a:t>Automatically selects optimal 𝑘 for each band/frame → best compression</a:t>
            </a:r>
          </a:p>
          <a:p>
            <a:pPr marL="457200" indent="-457200">
              <a:buFont typeface="Wingdings" panose="05000000000000000000" pitchFamily="2" charset="2"/>
              <a:buChar char="§"/>
            </a:pPr>
            <a:endParaRPr lang="en-IN" sz="2800" dirty="0">
              <a:latin typeface="Georgia Pro Condensed" panose="020B0604020202020204" charset="0"/>
            </a:endParaRPr>
          </a:p>
          <a:p>
            <a:r>
              <a:rPr lang="en-IN" sz="2800" b="1" dirty="0">
                <a:latin typeface="Georgia Pro Condensed" panose="020B0604020202020204" charset="0"/>
              </a:rPr>
              <a:t>      How It Works? </a:t>
            </a:r>
          </a:p>
          <a:p>
            <a:pPr marL="457200" indent="-457200">
              <a:buFont typeface="Wingdings" panose="05000000000000000000" pitchFamily="2" charset="2"/>
              <a:buChar char="§"/>
            </a:pPr>
            <a:r>
              <a:rPr lang="en-IN" sz="2800" dirty="0">
                <a:latin typeface="Georgia Pro Condensed" panose="020B0604020202020204" charset="0"/>
              </a:rPr>
              <a:t>Scale residuals → convert floating-point → exact integers </a:t>
            </a:r>
          </a:p>
          <a:p>
            <a:pPr marL="457200" indent="-457200">
              <a:buFont typeface="Wingdings" panose="05000000000000000000" pitchFamily="2" charset="2"/>
              <a:buChar char="§"/>
            </a:pPr>
            <a:r>
              <a:rPr lang="en-IN" sz="2800" dirty="0">
                <a:latin typeface="Georgia Pro Condensed" panose="020B0604020202020204" charset="0"/>
              </a:rPr>
              <a:t>Compute optimal Rice parameter (k) for minimum bit-length </a:t>
            </a:r>
          </a:p>
          <a:p>
            <a:pPr marL="457200" indent="-457200">
              <a:buFont typeface="Wingdings" panose="05000000000000000000" pitchFamily="2" charset="2"/>
              <a:buChar char="§"/>
            </a:pPr>
            <a:endParaRPr lang="en-IN" sz="2800" dirty="0">
              <a:latin typeface="Georgia Pro Condensed" panose="020B0604020202020204" charset="0"/>
            </a:endParaRPr>
          </a:p>
          <a:p>
            <a:r>
              <a:rPr lang="en-IN" sz="2800" b="1" dirty="0">
                <a:latin typeface="Georgia Pro Condensed" panose="020B0604020202020204" charset="0"/>
              </a:rPr>
              <a:t>      Encode each value:</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2EACDB6-9C21-2A6E-4CBA-1D332316B134}"/>
                  </a:ext>
                </a:extLst>
              </p:cNvPr>
              <p:cNvSpPr txBox="1"/>
              <p:nvPr/>
            </p:nvSpPr>
            <p:spPr>
              <a:xfrm>
                <a:off x="2514600" y="7832142"/>
                <a:ext cx="10972800" cy="1610505"/>
              </a:xfrm>
              <a:prstGeom prst="rect">
                <a:avLst/>
              </a:prstGeom>
              <a:noFill/>
            </p:spPr>
            <p:txBody>
              <a:bodyPr wrap="square">
                <a:spAutoFit/>
              </a:bodyPr>
              <a:lstStyle/>
              <a:p>
                <a14:m>
                  <m:oMath xmlns:m="http://schemas.openxmlformats.org/officeDocument/2006/math">
                    <m:r>
                      <a:rPr lang="en-US" sz="2800" b="0" i="1" smtClean="0">
                        <a:solidFill>
                          <a:schemeClr val="tx1"/>
                        </a:solidFill>
                        <a:latin typeface="Cambria Math" panose="02040503050406030204" pitchFamily="18" charset="0"/>
                      </a:rPr>
                      <m:t>                     </m:t>
                    </m:r>
                    <m:r>
                      <m:rPr>
                        <m:sty m:val="p"/>
                      </m:rPr>
                      <a:rPr lang="en-US" sz="2800" b="0" i="1" smtClean="0">
                        <a:solidFill>
                          <a:schemeClr val="tx1"/>
                        </a:solidFill>
                        <a:latin typeface="Cambria Math" panose="02040503050406030204" pitchFamily="18" charset="0"/>
                      </a:rPr>
                      <m:t>Unary</m:t>
                    </m:r>
                    <m:r>
                      <a:rPr lang="en-US" sz="2800" b="0" i="1" smtClean="0">
                        <a:solidFill>
                          <a:schemeClr val="tx1"/>
                        </a:solidFill>
                        <a:latin typeface="Cambria Math" panose="02040503050406030204" pitchFamily="18" charset="0"/>
                      </a:rPr>
                      <m:t> </m:t>
                    </m:r>
                    <m:r>
                      <m:rPr>
                        <m:sty m:val="p"/>
                      </m:rPr>
                      <a:rPr lang="en-US" sz="2800" b="0" i="1" smtClean="0">
                        <a:solidFill>
                          <a:schemeClr val="tx1"/>
                        </a:solidFill>
                        <a:latin typeface="Cambria Math" panose="02040503050406030204" pitchFamily="18" charset="0"/>
                      </a:rPr>
                      <m:t>code</m:t>
                    </m:r>
                    <m:r>
                      <a:rPr lang="en-US" sz="2800" b="0" i="1" smtClean="0">
                        <a:solidFill>
                          <a:schemeClr val="tx1"/>
                        </a:solidFill>
                        <a:latin typeface="Cambria Math" panose="02040503050406030204" pitchFamily="18" charset="0"/>
                      </a:rPr>
                      <m:t> → </m:t>
                    </m:r>
                    <m:r>
                      <m:rPr>
                        <m:sty m:val="p"/>
                      </m:rPr>
                      <a:rPr lang="en-US" sz="2800" b="0" i="1" smtClean="0">
                        <a:solidFill>
                          <a:schemeClr val="tx1"/>
                        </a:solidFill>
                        <a:latin typeface="Cambria Math" panose="02040503050406030204" pitchFamily="18" charset="0"/>
                      </a:rPr>
                      <m:t>quotient</m:t>
                    </m:r>
                    <m:r>
                      <a:rPr lang="en-US" sz="2800" b="0" i="1" smtClean="0">
                        <a:solidFill>
                          <a:schemeClr val="tx1"/>
                        </a:solidFill>
                        <a:latin typeface="Cambria Math" panose="02040503050406030204" pitchFamily="18" charset="0"/>
                      </a:rPr>
                      <m:t> </m:t>
                    </m:r>
                    <m:r>
                      <m:rPr>
                        <m:sty m:val="p"/>
                      </m:rPr>
                      <a:rPr lang="en-US" sz="2800" b="0" i="1" smtClean="0">
                        <a:solidFill>
                          <a:schemeClr val="tx1"/>
                        </a:solidFill>
                        <a:latin typeface="Cambria Math" panose="02040503050406030204" pitchFamily="18" charset="0"/>
                      </a:rPr>
                      <m:t>q</m:t>
                    </m:r>
                    <m:r>
                      <a:rPr lang="en-US" sz="2800" b="0" i="1" smtClean="0">
                        <a:solidFill>
                          <a:schemeClr val="tx1"/>
                        </a:solidFill>
                        <a:latin typeface="Cambria Math" panose="02040503050406030204" pitchFamily="18" charset="0"/>
                        <a:ea typeface="Cambria Math" panose="02040503050406030204" pitchFamily="18" charset="0"/>
                      </a:rPr>
                      <m:t>→ </m:t>
                    </m:r>
                    <m:r>
                      <m:rPr>
                        <m:sty m:val="p"/>
                      </m:rPr>
                      <a:rPr lang="en-US" sz="2800" b="0" i="1" smtClean="0">
                        <a:solidFill>
                          <a:schemeClr val="tx1"/>
                        </a:solidFill>
                        <a:latin typeface="Cambria Math" panose="02040503050406030204" pitchFamily="18" charset="0"/>
                        <a:ea typeface="Cambria Math" panose="02040503050406030204" pitchFamily="18" charset="0"/>
                      </a:rPr>
                      <m:t>q</m:t>
                    </m:r>
                    <m:r>
                      <a:rPr lang="en-US" sz="2800" b="0" i="1" smtClean="0">
                        <a:solidFill>
                          <a:schemeClr val="tx1"/>
                        </a:solidFill>
                        <a:latin typeface="Cambria Math" panose="02040503050406030204" pitchFamily="18" charset="0"/>
                        <a:ea typeface="Cambria Math" panose="02040503050406030204" pitchFamily="18" charset="0"/>
                      </a:rPr>
                      <m:t>=</m:t>
                    </m:r>
                  </m:oMath>
                </a14:m>
                <a:r>
                  <a:rPr lang="en-IN" sz="2800" dirty="0">
                    <a:solidFill>
                      <a:schemeClr val="tx1"/>
                    </a:solidFill>
                  </a:rPr>
                  <a:t> </a:t>
                </a:r>
                <a14:m>
                  <m:oMath xmlns:m="http://schemas.openxmlformats.org/officeDocument/2006/math">
                    <m:d>
                      <m:dPr>
                        <m:begChr m:val="⌊"/>
                        <m:endChr m:val="⌋"/>
                        <m:ctrlPr>
                          <a:rPr lang="en-US" sz="2800" i="1">
                            <a:solidFill>
                              <a:schemeClr val="tx1"/>
                            </a:solidFill>
                            <a:latin typeface="Cambria Math" panose="02040503050406030204" pitchFamily="18" charset="0"/>
                          </a:rPr>
                        </m:ctrlPr>
                      </m:dPr>
                      <m:e>
                        <m:f>
                          <m:fPr>
                            <m:ctrlPr>
                              <a:rPr lang="en-US" sz="2800" i="1">
                                <a:solidFill>
                                  <a:schemeClr val="tx1"/>
                                </a:solidFill>
                                <a:latin typeface="Cambria Math" panose="02040503050406030204" pitchFamily="18" charset="0"/>
                              </a:rPr>
                            </m:ctrlPr>
                          </m:fPr>
                          <m:num>
                            <m:d>
                              <m:dPr>
                                <m:begChr m:val="|"/>
                                <m:endChr m:val="|"/>
                                <m:ctrlPr>
                                  <a:rPr lang="en-US" sz="2800" i="1">
                                    <a:solidFill>
                                      <a:schemeClr val="tx1"/>
                                    </a:solidFill>
                                    <a:latin typeface="Cambria Math" panose="02040503050406030204" pitchFamily="18" charset="0"/>
                                  </a:rPr>
                                </m:ctrlPr>
                              </m:dPr>
                              <m:e>
                                <m:r>
                                  <a:rPr lang="en-US" sz="2800" i="1">
                                    <a:solidFill>
                                      <a:schemeClr val="tx1"/>
                                    </a:solidFill>
                                    <a:latin typeface="Cambria Math" panose="02040503050406030204" pitchFamily="18" charset="0"/>
                                  </a:rPr>
                                  <m:t>𝑥</m:t>
                                </m:r>
                              </m:e>
                            </m:d>
                          </m:num>
                          <m:den>
                            <m:sSup>
                              <m:sSupPr>
                                <m:ctrlPr>
                                  <a:rPr lang="en-US" sz="2800" i="1">
                                    <a:solidFill>
                                      <a:schemeClr val="tx1"/>
                                    </a:solidFill>
                                    <a:latin typeface="Cambria Math" panose="02040503050406030204" pitchFamily="18" charset="0"/>
                                  </a:rPr>
                                </m:ctrlPr>
                              </m:sSupPr>
                              <m:e>
                                <m:r>
                                  <a:rPr lang="en-US" sz="2800" i="1">
                                    <a:solidFill>
                                      <a:schemeClr val="tx1"/>
                                    </a:solidFill>
                                    <a:latin typeface="Cambria Math" panose="02040503050406030204" pitchFamily="18" charset="0"/>
                                  </a:rPr>
                                  <m:t>2</m:t>
                                </m:r>
                              </m:e>
                              <m:sup>
                                <m:r>
                                  <a:rPr lang="en-US" sz="2800" i="1">
                                    <a:solidFill>
                                      <a:schemeClr val="tx1"/>
                                    </a:solidFill>
                                    <a:latin typeface="Cambria Math" panose="02040503050406030204" pitchFamily="18" charset="0"/>
                                  </a:rPr>
                                  <m:t>𝑘</m:t>
                                </m:r>
                              </m:sup>
                            </m:sSup>
                          </m:den>
                        </m:f>
                      </m:e>
                    </m:d>
                  </m:oMath>
                </a14:m>
                <a:endParaRPr lang="en-IN" sz="2800" dirty="0">
                  <a:solidFill>
                    <a:schemeClr val="tx1"/>
                  </a:solidFill>
                </a:endParaRPr>
              </a:p>
              <a:p>
                <a:r>
                  <a:rPr lang="en-IN" sz="2800" dirty="0">
                    <a:solidFill>
                      <a:schemeClr val="tx1"/>
                    </a:solidFill>
                  </a:rPr>
                  <a:t>                    </a:t>
                </a:r>
                <a14:m>
                  <m:oMath xmlns:m="http://schemas.openxmlformats.org/officeDocument/2006/math">
                    <m:r>
                      <m:rPr>
                        <m:sty m:val="p"/>
                      </m:rPr>
                      <a:rPr lang="en-US" sz="2800" i="1" dirty="0" smtClean="0">
                        <a:solidFill>
                          <a:schemeClr val="tx1"/>
                        </a:solidFill>
                        <a:latin typeface="Cambria Math" panose="02040503050406030204" pitchFamily="18" charset="0"/>
                      </a:rPr>
                      <m:t>B</m:t>
                    </m:r>
                    <m:r>
                      <m:rPr>
                        <m:sty m:val="p"/>
                      </m:rPr>
                      <a:rPr lang="en-US" sz="2800" b="0" i="1" dirty="0" smtClean="0">
                        <a:solidFill>
                          <a:schemeClr val="tx1"/>
                        </a:solidFill>
                        <a:latin typeface="Cambria Math" panose="02040503050406030204" pitchFamily="18" charset="0"/>
                      </a:rPr>
                      <m:t>in</m:t>
                    </m:r>
                    <m:r>
                      <m:rPr>
                        <m:sty m:val="p"/>
                      </m:rPr>
                      <a:rPr lang="en-US" sz="2800" i="1">
                        <a:solidFill>
                          <a:schemeClr val="tx1"/>
                        </a:solidFill>
                        <a:latin typeface="Cambria Math" panose="02040503050406030204" pitchFamily="18" charset="0"/>
                      </a:rPr>
                      <m:t>ary</m:t>
                    </m:r>
                    <m:r>
                      <a:rPr lang="en-US" sz="2800" i="1">
                        <a:solidFill>
                          <a:schemeClr val="tx1"/>
                        </a:solidFill>
                        <a:latin typeface="Cambria Math" panose="02040503050406030204" pitchFamily="18" charset="0"/>
                      </a:rPr>
                      <m:t> </m:t>
                    </m:r>
                    <m:r>
                      <m:rPr>
                        <m:sty m:val="p"/>
                      </m:rPr>
                      <a:rPr lang="en-US" sz="2800" i="1">
                        <a:solidFill>
                          <a:schemeClr val="tx1"/>
                        </a:solidFill>
                        <a:latin typeface="Cambria Math" panose="02040503050406030204" pitchFamily="18" charset="0"/>
                      </a:rPr>
                      <m:t>code</m:t>
                    </m:r>
                    <m:r>
                      <a:rPr lang="en-US" sz="2800" i="1">
                        <a:solidFill>
                          <a:schemeClr val="tx1"/>
                        </a:solidFill>
                        <a:latin typeface="Cambria Math" panose="02040503050406030204" pitchFamily="18" charset="0"/>
                      </a:rPr>
                      <m:t> → </m:t>
                    </m:r>
                    <m:r>
                      <m:rPr>
                        <m:sty m:val="p"/>
                      </m:rPr>
                      <a:rPr lang="en-US" sz="2800" b="0" i="1" smtClean="0">
                        <a:solidFill>
                          <a:schemeClr val="tx1"/>
                        </a:solidFill>
                        <a:latin typeface="Cambria Math" panose="02040503050406030204" pitchFamily="18" charset="0"/>
                      </a:rPr>
                      <m:t>remainder</m:t>
                    </m:r>
                    <m:r>
                      <a:rPr lang="en-US" sz="2800" b="0" i="1" smtClean="0">
                        <a:solidFill>
                          <a:schemeClr val="tx1"/>
                        </a:solidFill>
                        <a:latin typeface="Cambria Math" panose="02040503050406030204" pitchFamily="18" charset="0"/>
                      </a:rPr>
                      <m:t>  </m:t>
                    </m:r>
                    <m:r>
                      <m:rPr>
                        <m:sty m:val="p"/>
                      </m:rPr>
                      <a:rPr lang="en-US" sz="2800" b="0" i="1" smtClean="0">
                        <a:solidFill>
                          <a:schemeClr val="tx1"/>
                        </a:solidFill>
                        <a:latin typeface="Cambria Math" panose="02040503050406030204" pitchFamily="18" charset="0"/>
                      </a:rPr>
                      <m:t>r</m:t>
                    </m:r>
                    <m:r>
                      <a:rPr lang="en-US" sz="2800" i="1">
                        <a:solidFill>
                          <a:schemeClr val="tx1"/>
                        </a:solidFill>
                        <a:latin typeface="Cambria Math" panose="02040503050406030204" pitchFamily="18" charset="0"/>
                        <a:ea typeface="Cambria Math" panose="02040503050406030204" pitchFamily="18" charset="0"/>
                      </a:rPr>
                      <m:t>→ </m:t>
                    </m:r>
                    <m:r>
                      <m:rPr>
                        <m:sty m:val="p"/>
                      </m:rPr>
                      <a:rPr lang="en-US" sz="2800" b="0" i="1" smtClean="0">
                        <a:solidFill>
                          <a:schemeClr val="tx1"/>
                        </a:solidFill>
                        <a:latin typeface="Cambria Math" panose="02040503050406030204" pitchFamily="18" charset="0"/>
                        <a:ea typeface="Cambria Math" panose="02040503050406030204" pitchFamily="18" charset="0"/>
                      </a:rPr>
                      <m:t>r</m:t>
                    </m:r>
                    <m:r>
                      <a:rPr lang="en-US" sz="2800" i="1">
                        <a:solidFill>
                          <a:schemeClr val="tx1"/>
                        </a:solidFill>
                        <a:latin typeface="Cambria Math" panose="02040503050406030204" pitchFamily="18" charset="0"/>
                        <a:ea typeface="Cambria Math" panose="02040503050406030204" pitchFamily="18" charset="0"/>
                      </a:rPr>
                      <m:t>=</m:t>
                    </m:r>
                    <m:d>
                      <m:dPr>
                        <m:begChr m:val="|"/>
                        <m:endChr m:val="|"/>
                        <m:ctrlPr>
                          <a:rPr lang="en-US" sz="2800" i="1">
                            <a:solidFill>
                              <a:schemeClr val="tx1"/>
                            </a:solidFill>
                            <a:latin typeface="Cambria Math" panose="02040503050406030204" pitchFamily="18" charset="0"/>
                          </a:rPr>
                        </m:ctrlPr>
                      </m:dPr>
                      <m:e>
                        <m:r>
                          <a:rPr lang="en-US" sz="2800" i="1">
                            <a:solidFill>
                              <a:schemeClr val="tx1"/>
                            </a:solidFill>
                            <a:latin typeface="Cambria Math" panose="02040503050406030204" pitchFamily="18" charset="0"/>
                          </a:rPr>
                          <m:t>𝑥</m:t>
                        </m:r>
                      </m:e>
                    </m:d>
                    <m:r>
                      <m:rPr>
                        <m:sty m:val="p"/>
                      </m:rPr>
                      <a:rPr lang="en-US" sz="2800" b="0" i="1" smtClean="0">
                        <a:solidFill>
                          <a:schemeClr val="tx1"/>
                        </a:solidFill>
                        <a:latin typeface="Cambria Math" panose="02040503050406030204" pitchFamily="18" charset="0"/>
                        <a:ea typeface="Cambria Math" panose="02040503050406030204" pitchFamily="18" charset="0"/>
                      </a:rPr>
                      <m:t>mod</m:t>
                    </m:r>
                    <m:r>
                      <a:rPr lang="en-US" sz="2800" b="0" i="1" smtClean="0">
                        <a:solidFill>
                          <a:schemeClr val="tx1"/>
                        </a:solidFill>
                        <a:latin typeface="Cambria Math" panose="02040503050406030204" pitchFamily="18" charset="0"/>
                        <a:ea typeface="Cambria Math" panose="02040503050406030204" pitchFamily="18" charset="0"/>
                      </a:rPr>
                      <m:t> </m:t>
                    </m:r>
                    <m:sSup>
                      <m:sSupPr>
                        <m:ctrlPr>
                          <a:rPr lang="en-US" sz="2800" i="1">
                            <a:solidFill>
                              <a:schemeClr val="tx1"/>
                            </a:solidFill>
                            <a:latin typeface="Cambria Math" panose="02040503050406030204" pitchFamily="18" charset="0"/>
                          </a:rPr>
                        </m:ctrlPr>
                      </m:sSupPr>
                      <m:e>
                        <m:r>
                          <a:rPr lang="en-US" sz="2800" i="1">
                            <a:solidFill>
                              <a:schemeClr val="tx1"/>
                            </a:solidFill>
                            <a:latin typeface="Cambria Math" panose="02040503050406030204" pitchFamily="18" charset="0"/>
                          </a:rPr>
                          <m:t>2</m:t>
                        </m:r>
                      </m:e>
                      <m:sup>
                        <m:r>
                          <a:rPr lang="en-US" sz="2800" i="1">
                            <a:solidFill>
                              <a:schemeClr val="tx1"/>
                            </a:solidFill>
                            <a:latin typeface="Cambria Math" panose="02040503050406030204" pitchFamily="18" charset="0"/>
                          </a:rPr>
                          <m:t>𝑘</m:t>
                        </m:r>
                      </m:sup>
                    </m:sSup>
                  </m:oMath>
                </a14:m>
                <a:endParaRPr lang="en-IN" sz="2800" dirty="0">
                  <a:solidFill>
                    <a:schemeClr val="tx1"/>
                  </a:solidFill>
                </a:endParaRPr>
              </a:p>
              <a:p>
                <a:endParaRPr lang="en-IN" sz="2800" dirty="0">
                  <a:solidFill>
                    <a:schemeClr val="tx1"/>
                  </a:solidFill>
                </a:endParaRPr>
              </a:p>
            </p:txBody>
          </p:sp>
        </mc:Choice>
        <mc:Fallback xmlns="">
          <p:sp>
            <p:nvSpPr>
              <p:cNvPr id="11" name="TextBox 10">
                <a:extLst>
                  <a:ext uri="{FF2B5EF4-FFF2-40B4-BE49-F238E27FC236}">
                    <a16:creationId xmlns:a16="http://schemas.microsoft.com/office/drawing/2014/main" id="{92EACDB6-9C21-2A6E-4CBA-1D332316B134}"/>
                  </a:ext>
                </a:extLst>
              </p:cNvPr>
              <p:cNvSpPr txBox="1">
                <a:spLocks noRot="1" noChangeAspect="1" noMove="1" noResize="1" noEditPoints="1" noAdjustHandles="1" noChangeArrowheads="1" noChangeShapeType="1" noTextEdit="1"/>
              </p:cNvSpPr>
              <p:nvPr/>
            </p:nvSpPr>
            <p:spPr>
              <a:xfrm>
                <a:off x="2514600" y="7832142"/>
                <a:ext cx="10972800" cy="1610505"/>
              </a:xfrm>
              <a:prstGeom prst="rect">
                <a:avLst/>
              </a:prstGeo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591776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9B4011-C0D8-E278-7D64-35D3AE211E5D}"/>
              </a:ext>
            </a:extLst>
          </p:cNvPr>
          <p:cNvSpPr txBox="1"/>
          <p:nvPr/>
        </p:nvSpPr>
        <p:spPr>
          <a:xfrm>
            <a:off x="1104900" y="2727454"/>
            <a:ext cx="16078200" cy="4832092"/>
          </a:xfrm>
          <a:prstGeom prst="rect">
            <a:avLst/>
          </a:prstGeom>
          <a:noFill/>
        </p:spPr>
        <p:txBody>
          <a:bodyPr wrap="square">
            <a:spAutoFit/>
          </a:bodyPr>
          <a:lstStyle/>
          <a:p>
            <a:r>
              <a:rPr lang="en-US" sz="2800" b="1" dirty="0">
                <a:latin typeface="Georgia Pro Condensed" panose="020B0604020202020204" charset="0"/>
              </a:rPr>
              <a:t>      Purpose: </a:t>
            </a:r>
          </a:p>
          <a:p>
            <a:pPr marL="457200" indent="-457200">
              <a:buFont typeface="Wingdings" panose="05000000000000000000" pitchFamily="2" charset="2"/>
              <a:buChar char="§"/>
            </a:pPr>
            <a:r>
              <a:rPr lang="en-US" sz="2800" dirty="0">
                <a:latin typeface="Georgia Pro Condensed" panose="020B0604020202020204" charset="0"/>
              </a:rPr>
              <a:t>Recover the original hyperspectral image exactly from the compressed bitstream. </a:t>
            </a:r>
          </a:p>
          <a:p>
            <a:pPr marL="457200" indent="-457200">
              <a:buFont typeface="Wingdings" panose="05000000000000000000" pitchFamily="2" charset="2"/>
              <a:buChar char="§"/>
            </a:pPr>
            <a:endParaRPr lang="en-US" sz="2800" dirty="0">
              <a:latin typeface="Georgia Pro Condensed" panose="020B0604020202020204" charset="0"/>
            </a:endParaRPr>
          </a:p>
          <a:p>
            <a:r>
              <a:rPr lang="en-US" sz="2800" b="1" dirty="0">
                <a:latin typeface="Georgia Pro Condensed" panose="020B0604020202020204" charset="0"/>
              </a:rPr>
              <a:t>      How It Works? </a:t>
            </a:r>
          </a:p>
          <a:p>
            <a:pPr marL="457200" indent="-457200">
              <a:buFont typeface="Wingdings" panose="05000000000000000000" pitchFamily="2" charset="2"/>
              <a:buChar char="§"/>
            </a:pPr>
            <a:r>
              <a:rPr lang="en-US" sz="2800" dirty="0">
                <a:latin typeface="Georgia Pro Condensed" panose="020B0604020202020204" charset="0"/>
              </a:rPr>
              <a:t>Decoder reads Rice-encoded bitstream, k, and scale factor. </a:t>
            </a:r>
          </a:p>
          <a:p>
            <a:pPr marL="457200" indent="-457200">
              <a:buFont typeface="Wingdings" panose="05000000000000000000" pitchFamily="2" charset="2"/>
              <a:buChar char="§"/>
            </a:pPr>
            <a:r>
              <a:rPr lang="en-US" sz="2800" dirty="0">
                <a:latin typeface="Georgia Pro Condensed" panose="020B0604020202020204" charset="0"/>
              </a:rPr>
              <a:t>Residuals are </a:t>
            </a:r>
            <a:r>
              <a:rPr lang="en-US" sz="2800" dirty="0" err="1">
                <a:latin typeface="Georgia Pro Condensed" panose="020B0604020202020204" charset="0"/>
              </a:rPr>
              <a:t>losslessly</a:t>
            </a:r>
            <a:r>
              <a:rPr lang="en-US" sz="2800" dirty="0">
                <a:latin typeface="Georgia Pro Condensed" panose="020B0604020202020204" charset="0"/>
              </a:rPr>
              <a:t> reconstructed </a:t>
            </a:r>
          </a:p>
          <a:p>
            <a:pPr marL="457200" indent="-457200">
              <a:buFont typeface="Wingdings" panose="05000000000000000000" pitchFamily="2" charset="2"/>
              <a:buChar char="§"/>
            </a:pPr>
            <a:r>
              <a:rPr lang="en-US" sz="2800" dirty="0">
                <a:latin typeface="Georgia Pro Condensed" panose="020B0604020202020204" charset="0"/>
              </a:rPr>
              <a:t>Residuals + prediction model give the exact original pixel values </a:t>
            </a:r>
          </a:p>
          <a:p>
            <a:endParaRPr lang="en-US" sz="2800" dirty="0">
              <a:latin typeface="Georgia Pro Condensed" panose="020B0604020202020204" charset="0"/>
            </a:endParaRPr>
          </a:p>
          <a:p>
            <a:r>
              <a:rPr lang="en-US" sz="2800" b="1" dirty="0">
                <a:latin typeface="Georgia Pro Condensed" panose="020B0604020202020204" charset="0"/>
              </a:rPr>
              <a:t>      Key Features </a:t>
            </a:r>
          </a:p>
          <a:p>
            <a:pPr marL="457200" indent="-457200">
              <a:buFont typeface="Wingdings" panose="05000000000000000000" pitchFamily="2" charset="2"/>
              <a:buChar char="§"/>
            </a:pPr>
            <a:r>
              <a:rPr lang="en-US" sz="2800" dirty="0">
                <a:latin typeface="Georgia Pro Condensed" panose="020B0604020202020204" charset="0"/>
              </a:rPr>
              <a:t>Perfect reconstruction </a:t>
            </a:r>
          </a:p>
          <a:p>
            <a:pPr marL="457200" indent="-457200">
              <a:buFont typeface="Wingdings" panose="05000000000000000000" pitchFamily="2" charset="2"/>
              <a:buChar char="§"/>
            </a:pPr>
            <a:r>
              <a:rPr lang="en-US" sz="2800" dirty="0">
                <a:latin typeface="Georgia Pro Condensed" panose="020B0604020202020204" charset="0"/>
              </a:rPr>
              <a:t>Very low hardware complexity (only shift + add)</a:t>
            </a:r>
            <a:endParaRPr lang="en-IN" sz="2800" dirty="0">
              <a:latin typeface="Georgia Pro Condensed" panose="020B0604020202020204" charset="0"/>
            </a:endParaRPr>
          </a:p>
        </p:txBody>
      </p:sp>
      <p:sp>
        <p:nvSpPr>
          <p:cNvPr id="5" name="TextBox 4">
            <a:extLst>
              <a:ext uri="{FF2B5EF4-FFF2-40B4-BE49-F238E27FC236}">
                <a16:creationId xmlns:a16="http://schemas.microsoft.com/office/drawing/2014/main" id="{808E22D9-5BCE-3F0A-A925-6999BB27CDE1}"/>
              </a:ext>
            </a:extLst>
          </p:cNvPr>
          <p:cNvSpPr txBox="1"/>
          <p:nvPr/>
        </p:nvSpPr>
        <p:spPr>
          <a:xfrm>
            <a:off x="1104900" y="1104900"/>
            <a:ext cx="9378745" cy="675570"/>
          </a:xfrm>
          <a:prstGeom prst="rect">
            <a:avLst/>
          </a:prstGeom>
          <a:noFill/>
        </p:spPr>
        <p:txBody>
          <a:bodyPr wrap="square">
            <a:spAutoFit/>
          </a:bodyPr>
          <a:lstStyle/>
          <a:p>
            <a:r>
              <a:rPr lang="en-IN" sz="3790" b="1" dirty="0">
                <a:solidFill>
                  <a:srgbClr val="7030A0"/>
                </a:solidFill>
                <a:latin typeface="Georgia Pro Condensed" panose="020B0604020202020204" charset="0"/>
              </a:rPr>
              <a:t>7. Lossless Decoding</a:t>
            </a:r>
          </a:p>
        </p:txBody>
      </p:sp>
    </p:spTree>
    <p:extLst>
      <p:ext uri="{BB962C8B-B14F-4D97-AF65-F5344CB8AC3E}">
        <p14:creationId xmlns:p14="http://schemas.microsoft.com/office/powerpoint/2010/main" val="30832653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5625A87B-A983-CEE0-A2FE-61A429024C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2019300"/>
            <a:ext cx="16306800" cy="8001000"/>
          </a:xfrm>
          <a:prstGeom prst="rect">
            <a:avLst/>
          </a:prstGeom>
        </p:spPr>
      </p:pic>
      <p:sp>
        <p:nvSpPr>
          <p:cNvPr id="9" name="TextBox 9"/>
          <p:cNvSpPr txBox="1"/>
          <p:nvPr/>
        </p:nvSpPr>
        <p:spPr>
          <a:xfrm>
            <a:off x="4648200" y="809625"/>
            <a:ext cx="9906000" cy="1025922"/>
          </a:xfrm>
          <a:prstGeom prst="rect">
            <a:avLst/>
          </a:prstGeom>
        </p:spPr>
        <p:txBody>
          <a:bodyPr wrap="square" lIns="0" tIns="0" rIns="0" bIns="0" rtlCol="0" anchor="t">
            <a:spAutoFit/>
          </a:bodyPr>
          <a:lstStyle/>
          <a:p>
            <a:pPr marL="0" lvl="0" indent="0" algn="l">
              <a:lnSpc>
                <a:spcPts val="8000"/>
              </a:lnSpc>
            </a:pPr>
            <a:r>
              <a:rPr lang="en-US" sz="8000" spc="-240" dirty="0">
                <a:solidFill>
                  <a:srgbClr val="7030A0"/>
                </a:solidFill>
                <a:latin typeface="Georgia Pro Condensed"/>
                <a:ea typeface="Georgia Pro Condensed"/>
                <a:cs typeface="Georgia Pro Condensed"/>
                <a:sym typeface="Georgia Pro Condensed"/>
              </a:rPr>
              <a:t>Proposed  Architecture</a:t>
            </a:r>
          </a:p>
        </p:txBody>
      </p:sp>
      <p:sp>
        <p:nvSpPr>
          <p:cNvPr id="16" name="TextBox 15">
            <a:extLst>
              <a:ext uri="{FF2B5EF4-FFF2-40B4-BE49-F238E27FC236}">
                <a16:creationId xmlns:a16="http://schemas.microsoft.com/office/drawing/2014/main" id="{C602B212-8F3D-4692-AB12-F997B2905A28}"/>
              </a:ext>
            </a:extLst>
          </p:cNvPr>
          <p:cNvSpPr txBox="1"/>
          <p:nvPr/>
        </p:nvSpPr>
        <p:spPr>
          <a:xfrm>
            <a:off x="2781299" y="2688859"/>
            <a:ext cx="990600" cy="400110"/>
          </a:xfrm>
          <a:prstGeom prst="rect">
            <a:avLst/>
          </a:prstGeom>
          <a:noFill/>
        </p:spPr>
        <p:txBody>
          <a:bodyPr wrap="square">
            <a:spAutoFit/>
          </a:bodyPr>
          <a:lstStyle/>
          <a:p>
            <a:r>
              <a:rPr lang="en-US" sz="2000" dirty="0">
                <a:latin typeface="Georgia Pro Condensed" panose="020B0604020202020204" charset="0"/>
              </a:rPr>
              <a:t>ROM</a:t>
            </a:r>
            <a:endParaRPr lang="en-IN" sz="2000" dirty="0">
              <a:latin typeface="Georgia Pro Condensed" panose="020B0604020202020204" charset="0"/>
            </a:endParaRPr>
          </a:p>
        </p:txBody>
      </p:sp>
      <p:sp>
        <p:nvSpPr>
          <p:cNvPr id="18" name="TextBox 17">
            <a:extLst>
              <a:ext uri="{FF2B5EF4-FFF2-40B4-BE49-F238E27FC236}">
                <a16:creationId xmlns:a16="http://schemas.microsoft.com/office/drawing/2014/main" id="{A05D55ED-7F63-CA4B-A4CB-DF879AC586F0}"/>
              </a:ext>
            </a:extLst>
          </p:cNvPr>
          <p:cNvSpPr txBox="1"/>
          <p:nvPr/>
        </p:nvSpPr>
        <p:spPr>
          <a:xfrm>
            <a:off x="5181600" y="2505406"/>
            <a:ext cx="1834943" cy="646331"/>
          </a:xfrm>
          <a:prstGeom prst="rect">
            <a:avLst/>
          </a:prstGeom>
          <a:noFill/>
        </p:spPr>
        <p:txBody>
          <a:bodyPr wrap="square">
            <a:spAutoFit/>
          </a:bodyPr>
          <a:lstStyle/>
          <a:p>
            <a:r>
              <a:rPr lang="en-US" dirty="0">
                <a:latin typeface="Georgia Pro Condensed" panose="020B0604020202020204" charset="0"/>
              </a:rPr>
              <a:t>PREDICTED MEAN VALUE</a:t>
            </a:r>
            <a:endParaRPr lang="en-IN" dirty="0">
              <a:latin typeface="Georgia Pro Condensed" panose="020B0604020202020204" charset="0"/>
            </a:endParaRPr>
          </a:p>
        </p:txBody>
      </p:sp>
      <p:sp>
        <p:nvSpPr>
          <p:cNvPr id="20" name="TextBox 19">
            <a:extLst>
              <a:ext uri="{FF2B5EF4-FFF2-40B4-BE49-F238E27FC236}">
                <a16:creationId xmlns:a16="http://schemas.microsoft.com/office/drawing/2014/main" id="{316E22B7-3D31-86F2-F9EF-6258AACB26E0}"/>
              </a:ext>
            </a:extLst>
          </p:cNvPr>
          <p:cNvSpPr txBox="1"/>
          <p:nvPr/>
        </p:nvSpPr>
        <p:spPr>
          <a:xfrm>
            <a:off x="8225913" y="2888914"/>
            <a:ext cx="1066800" cy="400110"/>
          </a:xfrm>
          <a:prstGeom prst="rect">
            <a:avLst/>
          </a:prstGeom>
          <a:noFill/>
        </p:spPr>
        <p:txBody>
          <a:bodyPr wrap="square">
            <a:spAutoFit/>
          </a:bodyPr>
          <a:lstStyle/>
          <a:p>
            <a:r>
              <a:rPr lang="en-US" sz="2000" dirty="0">
                <a:latin typeface="Georgia Pro Condensed" panose="020B0604020202020204" charset="0"/>
              </a:rPr>
              <a:t>MUX</a:t>
            </a:r>
            <a:endParaRPr lang="en-IN" sz="2000" dirty="0">
              <a:latin typeface="Georgia Pro Condensed" panose="020B0604020202020204" charset="0"/>
            </a:endParaRPr>
          </a:p>
        </p:txBody>
      </p:sp>
      <p:sp>
        <p:nvSpPr>
          <p:cNvPr id="22" name="TextBox 21">
            <a:extLst>
              <a:ext uri="{FF2B5EF4-FFF2-40B4-BE49-F238E27FC236}">
                <a16:creationId xmlns:a16="http://schemas.microsoft.com/office/drawing/2014/main" id="{1906CCC4-1FC9-9AEC-F491-2C7D6AC607EC}"/>
              </a:ext>
            </a:extLst>
          </p:cNvPr>
          <p:cNvSpPr txBox="1"/>
          <p:nvPr/>
        </p:nvSpPr>
        <p:spPr>
          <a:xfrm>
            <a:off x="11801168" y="2919692"/>
            <a:ext cx="994287" cy="369332"/>
          </a:xfrm>
          <a:prstGeom prst="rect">
            <a:avLst/>
          </a:prstGeom>
          <a:noFill/>
        </p:spPr>
        <p:txBody>
          <a:bodyPr wrap="square">
            <a:spAutoFit/>
          </a:bodyPr>
          <a:lstStyle/>
          <a:p>
            <a:r>
              <a:rPr lang="en-US" sz="1800" dirty="0">
                <a:latin typeface="Georgia Pro Condensed" panose="020B0604020202020204" charset="0"/>
              </a:rPr>
              <a:t>MUX</a:t>
            </a:r>
            <a:endParaRPr lang="en-IN" sz="1800" dirty="0">
              <a:latin typeface="Georgia Pro Condensed" panose="020B0604020202020204" charset="0"/>
            </a:endParaRPr>
          </a:p>
        </p:txBody>
      </p:sp>
      <p:sp>
        <p:nvSpPr>
          <p:cNvPr id="24" name="TextBox 23">
            <a:extLst>
              <a:ext uri="{FF2B5EF4-FFF2-40B4-BE49-F238E27FC236}">
                <a16:creationId xmlns:a16="http://schemas.microsoft.com/office/drawing/2014/main" id="{38A44743-FB64-D0B5-A234-F05EF0225711}"/>
              </a:ext>
            </a:extLst>
          </p:cNvPr>
          <p:cNvSpPr txBox="1"/>
          <p:nvPr/>
        </p:nvSpPr>
        <p:spPr>
          <a:xfrm>
            <a:off x="9974828" y="2457450"/>
            <a:ext cx="1524000" cy="369332"/>
          </a:xfrm>
          <a:prstGeom prst="rect">
            <a:avLst/>
          </a:prstGeom>
          <a:noFill/>
        </p:spPr>
        <p:txBody>
          <a:bodyPr wrap="square">
            <a:spAutoFit/>
          </a:bodyPr>
          <a:lstStyle/>
          <a:p>
            <a:r>
              <a:rPr lang="en-US" sz="1800" dirty="0">
                <a:latin typeface="Georgia Pro Condensed" panose="020B0604020202020204" charset="0"/>
              </a:rPr>
              <a:t>BRAM1</a:t>
            </a:r>
            <a:endParaRPr lang="en-IN" sz="1800" dirty="0">
              <a:latin typeface="Georgia Pro Condensed" panose="020B0604020202020204" charset="0"/>
            </a:endParaRPr>
          </a:p>
        </p:txBody>
      </p:sp>
      <p:sp>
        <p:nvSpPr>
          <p:cNvPr id="26" name="TextBox 25">
            <a:extLst>
              <a:ext uri="{FF2B5EF4-FFF2-40B4-BE49-F238E27FC236}">
                <a16:creationId xmlns:a16="http://schemas.microsoft.com/office/drawing/2014/main" id="{42B39DAD-9E19-D0AD-4E12-D5BC24448116}"/>
              </a:ext>
            </a:extLst>
          </p:cNvPr>
          <p:cNvSpPr txBox="1"/>
          <p:nvPr/>
        </p:nvSpPr>
        <p:spPr>
          <a:xfrm>
            <a:off x="9974828" y="3693439"/>
            <a:ext cx="1066800" cy="369332"/>
          </a:xfrm>
          <a:prstGeom prst="rect">
            <a:avLst/>
          </a:prstGeom>
          <a:noFill/>
        </p:spPr>
        <p:txBody>
          <a:bodyPr wrap="square">
            <a:spAutoFit/>
          </a:bodyPr>
          <a:lstStyle/>
          <a:p>
            <a:r>
              <a:rPr lang="en-US" sz="1800" dirty="0">
                <a:latin typeface="Georgia Pro Condensed" panose="020B0604020202020204" charset="0"/>
              </a:rPr>
              <a:t>BRAM2</a:t>
            </a:r>
            <a:endParaRPr lang="en-IN" sz="1800" dirty="0">
              <a:latin typeface="Georgia Pro Condensed" panose="020B0604020202020204" charset="0"/>
            </a:endParaRPr>
          </a:p>
        </p:txBody>
      </p:sp>
      <p:sp>
        <p:nvSpPr>
          <p:cNvPr id="28" name="TextBox 27">
            <a:extLst>
              <a:ext uri="{FF2B5EF4-FFF2-40B4-BE49-F238E27FC236}">
                <a16:creationId xmlns:a16="http://schemas.microsoft.com/office/drawing/2014/main" id="{393E0336-B71D-4889-9155-B79B518EED89}"/>
              </a:ext>
            </a:extLst>
          </p:cNvPr>
          <p:cNvSpPr txBox="1"/>
          <p:nvPr/>
        </p:nvSpPr>
        <p:spPr>
          <a:xfrm>
            <a:off x="14629171" y="2521383"/>
            <a:ext cx="2369574" cy="646331"/>
          </a:xfrm>
          <a:prstGeom prst="rect">
            <a:avLst/>
          </a:prstGeom>
          <a:noFill/>
        </p:spPr>
        <p:txBody>
          <a:bodyPr wrap="square">
            <a:spAutoFit/>
          </a:bodyPr>
          <a:lstStyle/>
          <a:p>
            <a:r>
              <a:rPr lang="en-US" sz="1800" dirty="0">
                <a:latin typeface="Georgia Pro Condensed" panose="020B0604020202020204" charset="0"/>
              </a:rPr>
              <a:t>SPECTRAL + TEMPORAL</a:t>
            </a:r>
            <a:endParaRPr lang="en-IN" sz="1800" dirty="0">
              <a:latin typeface="Georgia Pro Condensed" panose="020B0604020202020204" charset="0"/>
            </a:endParaRPr>
          </a:p>
        </p:txBody>
      </p:sp>
      <p:sp>
        <p:nvSpPr>
          <p:cNvPr id="30" name="TextBox 29">
            <a:extLst>
              <a:ext uri="{FF2B5EF4-FFF2-40B4-BE49-F238E27FC236}">
                <a16:creationId xmlns:a16="http://schemas.microsoft.com/office/drawing/2014/main" id="{331A404B-C22B-7CD0-5412-373BF72225AA}"/>
              </a:ext>
            </a:extLst>
          </p:cNvPr>
          <p:cNvSpPr txBox="1"/>
          <p:nvPr/>
        </p:nvSpPr>
        <p:spPr>
          <a:xfrm>
            <a:off x="14629171" y="6260335"/>
            <a:ext cx="2369574" cy="369332"/>
          </a:xfrm>
          <a:prstGeom prst="rect">
            <a:avLst/>
          </a:prstGeom>
          <a:noFill/>
        </p:spPr>
        <p:txBody>
          <a:bodyPr wrap="square">
            <a:spAutoFit/>
          </a:bodyPr>
          <a:lstStyle/>
          <a:p>
            <a:r>
              <a:rPr lang="en-US" sz="1800" dirty="0">
                <a:latin typeface="Georgia Pro Condensed" panose="020B0604020202020204" charset="0"/>
              </a:rPr>
              <a:t>PREDICTION PIXEL</a:t>
            </a:r>
            <a:endParaRPr lang="en-IN" sz="1800" dirty="0">
              <a:latin typeface="Georgia Pro Condensed" panose="020B0604020202020204" charset="0"/>
            </a:endParaRPr>
          </a:p>
        </p:txBody>
      </p:sp>
      <p:sp>
        <p:nvSpPr>
          <p:cNvPr id="32" name="TextBox 31">
            <a:extLst>
              <a:ext uri="{FF2B5EF4-FFF2-40B4-BE49-F238E27FC236}">
                <a16:creationId xmlns:a16="http://schemas.microsoft.com/office/drawing/2014/main" id="{6004A599-678A-BCE9-8591-FB843C5EBB6D}"/>
              </a:ext>
            </a:extLst>
          </p:cNvPr>
          <p:cNvSpPr txBox="1"/>
          <p:nvPr/>
        </p:nvSpPr>
        <p:spPr>
          <a:xfrm>
            <a:off x="10668000" y="6121836"/>
            <a:ext cx="2667000" cy="646331"/>
          </a:xfrm>
          <a:prstGeom prst="rect">
            <a:avLst/>
          </a:prstGeom>
          <a:noFill/>
        </p:spPr>
        <p:txBody>
          <a:bodyPr wrap="square">
            <a:spAutoFit/>
          </a:bodyPr>
          <a:lstStyle/>
          <a:p>
            <a:r>
              <a:rPr lang="en-US" sz="1800" dirty="0">
                <a:latin typeface="Georgia Pro Condensed" panose="020B0604020202020204" charset="0"/>
              </a:rPr>
              <a:t>    RESIDUAL COMPUTATION</a:t>
            </a:r>
            <a:endParaRPr lang="en-IN" sz="1800" dirty="0">
              <a:latin typeface="Georgia Pro Condensed" panose="020B0604020202020204" charset="0"/>
            </a:endParaRPr>
          </a:p>
        </p:txBody>
      </p:sp>
      <p:sp>
        <p:nvSpPr>
          <p:cNvPr id="36" name="TextBox 35">
            <a:extLst>
              <a:ext uri="{FF2B5EF4-FFF2-40B4-BE49-F238E27FC236}">
                <a16:creationId xmlns:a16="http://schemas.microsoft.com/office/drawing/2014/main" id="{8065DAD9-DDB0-A57D-AB6C-41E2FCDBE1FC}"/>
              </a:ext>
            </a:extLst>
          </p:cNvPr>
          <p:cNvSpPr txBox="1"/>
          <p:nvPr/>
        </p:nvSpPr>
        <p:spPr>
          <a:xfrm>
            <a:off x="6248400" y="6260335"/>
            <a:ext cx="2369574" cy="369332"/>
          </a:xfrm>
          <a:prstGeom prst="rect">
            <a:avLst/>
          </a:prstGeom>
          <a:noFill/>
        </p:spPr>
        <p:txBody>
          <a:bodyPr wrap="square">
            <a:spAutoFit/>
          </a:bodyPr>
          <a:lstStyle/>
          <a:p>
            <a:r>
              <a:rPr lang="en-US" sz="1800" dirty="0">
                <a:latin typeface="Georgia Pro Condensed" panose="020B0604020202020204" charset="0"/>
              </a:rPr>
              <a:t> </a:t>
            </a:r>
            <a:r>
              <a:rPr lang="en-US" dirty="0">
                <a:latin typeface="Georgia Pro Condensed" panose="020B0604020202020204" charset="0"/>
              </a:rPr>
              <a:t>WEIGHT UPDATE</a:t>
            </a:r>
            <a:endParaRPr lang="en-IN" dirty="0"/>
          </a:p>
        </p:txBody>
      </p:sp>
      <p:sp>
        <p:nvSpPr>
          <p:cNvPr id="38" name="TextBox 37">
            <a:extLst>
              <a:ext uri="{FF2B5EF4-FFF2-40B4-BE49-F238E27FC236}">
                <a16:creationId xmlns:a16="http://schemas.microsoft.com/office/drawing/2014/main" id="{4E8E0C78-76C0-3DB2-9F90-ED80A7616FB2}"/>
              </a:ext>
            </a:extLst>
          </p:cNvPr>
          <p:cNvSpPr txBox="1"/>
          <p:nvPr/>
        </p:nvSpPr>
        <p:spPr>
          <a:xfrm>
            <a:off x="1860141" y="6173100"/>
            <a:ext cx="2788059" cy="646331"/>
          </a:xfrm>
          <a:prstGeom prst="rect">
            <a:avLst/>
          </a:prstGeom>
          <a:noFill/>
        </p:spPr>
        <p:txBody>
          <a:bodyPr wrap="square">
            <a:spAutoFit/>
          </a:bodyPr>
          <a:lstStyle/>
          <a:p>
            <a:r>
              <a:rPr lang="en-US" sz="1800" dirty="0">
                <a:latin typeface="Georgia Pro Condensed" panose="020B0604020202020204" charset="0"/>
              </a:rPr>
              <a:t>ADAPTIVE RICE GOLOMB ENCODING</a:t>
            </a:r>
            <a:endParaRPr lang="en-IN" dirty="0"/>
          </a:p>
        </p:txBody>
      </p:sp>
      <p:sp>
        <p:nvSpPr>
          <p:cNvPr id="40" name="TextBox 39">
            <a:extLst>
              <a:ext uri="{FF2B5EF4-FFF2-40B4-BE49-F238E27FC236}">
                <a16:creationId xmlns:a16="http://schemas.microsoft.com/office/drawing/2014/main" id="{EBC4BBED-D63A-5AF5-7500-392ABE1E1B6C}"/>
              </a:ext>
            </a:extLst>
          </p:cNvPr>
          <p:cNvSpPr txBox="1"/>
          <p:nvPr/>
        </p:nvSpPr>
        <p:spPr>
          <a:xfrm>
            <a:off x="1676400" y="8801100"/>
            <a:ext cx="2971800" cy="369332"/>
          </a:xfrm>
          <a:prstGeom prst="rect">
            <a:avLst/>
          </a:prstGeom>
          <a:noFill/>
        </p:spPr>
        <p:txBody>
          <a:bodyPr wrap="square">
            <a:spAutoFit/>
          </a:bodyPr>
          <a:lstStyle/>
          <a:p>
            <a:r>
              <a:rPr lang="en-US" sz="1800" dirty="0">
                <a:latin typeface="Georgia Pro Condensed" panose="020B0604020202020204" charset="0"/>
              </a:rPr>
              <a:t>COMPRESSED  BITSTREAM</a:t>
            </a:r>
            <a:endParaRPr lang="en-IN" dirty="0"/>
          </a:p>
        </p:txBody>
      </p:sp>
      <p:sp>
        <p:nvSpPr>
          <p:cNvPr id="42" name="TextBox 41">
            <a:extLst>
              <a:ext uri="{FF2B5EF4-FFF2-40B4-BE49-F238E27FC236}">
                <a16:creationId xmlns:a16="http://schemas.microsoft.com/office/drawing/2014/main" id="{38BFEB4F-2654-F18E-E6F3-77005BC0EF51}"/>
              </a:ext>
            </a:extLst>
          </p:cNvPr>
          <p:cNvSpPr txBox="1"/>
          <p:nvPr/>
        </p:nvSpPr>
        <p:spPr>
          <a:xfrm>
            <a:off x="6975987" y="8801100"/>
            <a:ext cx="1676400" cy="369332"/>
          </a:xfrm>
          <a:prstGeom prst="rect">
            <a:avLst/>
          </a:prstGeom>
          <a:noFill/>
        </p:spPr>
        <p:txBody>
          <a:bodyPr wrap="square">
            <a:spAutoFit/>
          </a:bodyPr>
          <a:lstStyle/>
          <a:p>
            <a:r>
              <a:rPr lang="en-US" sz="1800" dirty="0">
                <a:latin typeface="Georgia Pro Condensed" panose="020B0604020202020204" charset="0"/>
              </a:rPr>
              <a:t>DECODING</a:t>
            </a:r>
            <a:endParaRPr lang="en-IN" dirty="0"/>
          </a:p>
        </p:txBody>
      </p:sp>
      <mc:AlternateContent xmlns:mc="http://schemas.openxmlformats.org/markup-compatibility/2006" xmlns:p14="http://schemas.microsoft.com/office/powerpoint/2010/main">
        <mc:Choice Requires="p14">
          <p:contentPart p14:bwMode="auto" r:id="rId3">
            <p14:nvContentPartPr>
              <p14:cNvPr id="55" name="Ink 54">
                <a:extLst>
                  <a:ext uri="{FF2B5EF4-FFF2-40B4-BE49-F238E27FC236}">
                    <a16:creationId xmlns:a16="http://schemas.microsoft.com/office/drawing/2014/main" id="{7E918CE8-4067-384E-AF41-F69C2B143F71}"/>
                  </a:ext>
                </a:extLst>
              </p14:cNvPr>
              <p14:cNvContentPartPr/>
              <p14:nvPr/>
            </p14:nvContentPartPr>
            <p14:xfrm>
              <a:off x="3790394" y="-162174"/>
              <a:ext cx="360" cy="360"/>
            </p14:xfrm>
          </p:contentPart>
        </mc:Choice>
        <mc:Fallback xmlns="">
          <p:pic>
            <p:nvPicPr>
              <p:cNvPr id="55" name="Ink 54">
                <a:extLst>
                  <a:ext uri="{FF2B5EF4-FFF2-40B4-BE49-F238E27FC236}">
                    <a16:creationId xmlns:a16="http://schemas.microsoft.com/office/drawing/2014/main" id="{7E918CE8-4067-384E-AF41-F69C2B143F71}"/>
                  </a:ext>
                </a:extLst>
              </p:cNvPr>
              <p:cNvPicPr/>
              <p:nvPr/>
            </p:nvPicPr>
            <p:blipFill>
              <a:blip r:embed="rId4"/>
              <a:stretch>
                <a:fillRect/>
              </a:stretch>
            </p:blipFill>
            <p:spPr>
              <a:xfrm>
                <a:off x="3784274" y="-168294"/>
                <a:ext cx="12600" cy="12600"/>
              </a:xfrm>
              <a:prstGeom prst="rect">
                <a:avLst/>
              </a:prstGeom>
            </p:spPr>
          </p:pic>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A4FEAC0-7393-5E29-D69E-ADDBDA7C987D}"/>
              </a:ext>
            </a:extLst>
          </p:cNvPr>
          <p:cNvSpPr txBox="1"/>
          <p:nvPr/>
        </p:nvSpPr>
        <p:spPr>
          <a:xfrm>
            <a:off x="5334000" y="38100"/>
            <a:ext cx="11277600" cy="1364091"/>
          </a:xfrm>
          <a:prstGeom prst="rect">
            <a:avLst/>
          </a:prstGeom>
          <a:noFill/>
        </p:spPr>
        <p:txBody>
          <a:bodyPr wrap="square">
            <a:spAutoFit/>
          </a:bodyPr>
          <a:lstStyle/>
          <a:p>
            <a:pPr marL="0" lvl="0" indent="0" algn="l">
              <a:lnSpc>
                <a:spcPts val="10966"/>
              </a:lnSpc>
            </a:pPr>
            <a:r>
              <a:rPr lang="en-US" sz="7200" spc="-383" dirty="0">
                <a:solidFill>
                  <a:srgbClr val="7030A0"/>
                </a:solidFill>
                <a:latin typeface="Georgia Pro Condensed"/>
                <a:ea typeface="Georgia Pro Condensed"/>
                <a:cs typeface="Georgia Pro Condensed"/>
                <a:sym typeface="Georgia Pro Condensed"/>
              </a:rPr>
              <a:t>Result and Discussion</a:t>
            </a:r>
          </a:p>
        </p:txBody>
      </p:sp>
      <p:sp>
        <p:nvSpPr>
          <p:cNvPr id="4" name="TextBox 3">
            <a:extLst>
              <a:ext uri="{FF2B5EF4-FFF2-40B4-BE49-F238E27FC236}">
                <a16:creationId xmlns:a16="http://schemas.microsoft.com/office/drawing/2014/main" id="{537E97E4-2DF4-1410-5636-28838D2315E9}"/>
              </a:ext>
            </a:extLst>
          </p:cNvPr>
          <p:cNvSpPr txBox="1"/>
          <p:nvPr/>
        </p:nvSpPr>
        <p:spPr>
          <a:xfrm>
            <a:off x="1447800" y="1562100"/>
            <a:ext cx="15773400" cy="1938992"/>
          </a:xfrm>
          <a:prstGeom prst="rect">
            <a:avLst/>
          </a:prstGeom>
          <a:noFill/>
        </p:spPr>
        <p:txBody>
          <a:bodyPr wrap="square">
            <a:spAutoFit/>
          </a:bodyPr>
          <a:lstStyle/>
          <a:p>
            <a:r>
              <a:rPr lang="en-IN" sz="2400" b="1" dirty="0">
                <a:solidFill>
                  <a:srgbClr val="7030A0"/>
                </a:solidFill>
                <a:latin typeface="Georgia Pro Condensed" panose="020B0604020202020204" charset="0"/>
              </a:rPr>
              <a:t>Hardware Implementation Results: </a:t>
            </a:r>
          </a:p>
          <a:p>
            <a:endParaRPr lang="en-IN" sz="2400" dirty="0">
              <a:solidFill>
                <a:schemeClr val="tx1">
                  <a:lumMod val="95000"/>
                  <a:lumOff val="5000"/>
                </a:schemeClr>
              </a:solidFill>
              <a:latin typeface="Georgia Pro Condensed" panose="020B0604020202020204" charset="0"/>
            </a:endParaRPr>
          </a:p>
          <a:p>
            <a:r>
              <a:rPr lang="en-IN" sz="2400" b="1" dirty="0">
                <a:solidFill>
                  <a:schemeClr val="tx1">
                    <a:lumMod val="95000"/>
                    <a:lumOff val="5000"/>
                  </a:schemeClr>
                </a:solidFill>
                <a:latin typeface="Georgia Pro Condensed" panose="020B0604020202020204" charset="0"/>
              </a:rPr>
              <a:t>a.) FPGA Implementation:</a:t>
            </a:r>
            <a:r>
              <a:rPr lang="en-IN" sz="2400" dirty="0">
                <a:solidFill>
                  <a:schemeClr val="tx1">
                    <a:lumMod val="95000"/>
                    <a:lumOff val="5000"/>
                  </a:schemeClr>
                </a:solidFill>
                <a:latin typeface="Georgia Pro Condensed" panose="020B0604020202020204" charset="0"/>
              </a:rPr>
              <a:t> The proposed spatial pixel prediction architecture is implemented and synthesised on a Xilinx FPGA (xc7s50csga324-1). The resource utilisation shows that the design occupies 25,174 LUTs (77.22%), 325 flip-flops (0.50%), 16 BRAM blocks (21.33%), 27 I/O pins (12.86%), and 1 BUFG (3.13%) of the available device resources.</a:t>
            </a:r>
          </a:p>
        </p:txBody>
      </p:sp>
      <p:pic>
        <p:nvPicPr>
          <p:cNvPr id="5" name="Picture 4">
            <a:extLst>
              <a:ext uri="{FF2B5EF4-FFF2-40B4-BE49-F238E27FC236}">
                <a16:creationId xmlns:a16="http://schemas.microsoft.com/office/drawing/2014/main" id="{212C3EF8-44D9-C133-E778-16BB9EEE0D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0" y="3730420"/>
            <a:ext cx="10108262" cy="5676900"/>
          </a:xfrm>
          <a:prstGeom prst="rect">
            <a:avLst/>
          </a:prstGeom>
        </p:spPr>
      </p:pic>
      <p:sp>
        <p:nvSpPr>
          <p:cNvPr id="7" name="TextBox 6">
            <a:extLst>
              <a:ext uri="{FF2B5EF4-FFF2-40B4-BE49-F238E27FC236}">
                <a16:creationId xmlns:a16="http://schemas.microsoft.com/office/drawing/2014/main" id="{BEC0F138-E7BD-877C-6C93-EF6A654DCFC5}"/>
              </a:ext>
            </a:extLst>
          </p:cNvPr>
          <p:cNvSpPr txBox="1"/>
          <p:nvPr/>
        </p:nvSpPr>
        <p:spPr>
          <a:xfrm>
            <a:off x="1828800" y="9415923"/>
            <a:ext cx="13563600" cy="482120"/>
          </a:xfrm>
          <a:prstGeom prst="rect">
            <a:avLst/>
          </a:prstGeom>
          <a:noFill/>
        </p:spPr>
        <p:txBody>
          <a:bodyPr wrap="square">
            <a:spAutoFit/>
          </a:bodyPr>
          <a:lstStyle/>
          <a:p>
            <a:pPr>
              <a:lnSpc>
                <a:spcPct val="115000"/>
              </a:lnSpc>
              <a:spcAft>
                <a:spcPts val="800"/>
              </a:spcAft>
              <a:buNone/>
            </a:pPr>
            <a:r>
              <a:rPr lang="en-IN" sz="2400" kern="100" dirty="0">
                <a:solidFill>
                  <a:schemeClr val="bg2">
                    <a:lumMod val="25000"/>
                  </a:schemeClr>
                </a:solidFill>
                <a:effectLst/>
                <a:latin typeface="Georgia Pro Condensed" panose="020B0604020202020204" charset="0"/>
                <a:ea typeface="Calibri" panose="020F0502020204030204" pitchFamily="34" charset="0"/>
                <a:cs typeface="Times New Roman" panose="02020603050405020304" pitchFamily="18" charset="0"/>
              </a:rPr>
              <a:t>                 Figure </a:t>
            </a:r>
            <a:r>
              <a:rPr lang="en-IN" sz="2400" kern="100" dirty="0">
                <a:solidFill>
                  <a:schemeClr val="bg2">
                    <a:lumMod val="25000"/>
                  </a:schemeClr>
                </a:solidFill>
                <a:latin typeface="Georgia Pro Condensed" panose="020B0604020202020204" charset="0"/>
                <a:ea typeface="Calibri" panose="020F0502020204030204" pitchFamily="34" charset="0"/>
                <a:cs typeface="Times New Roman" panose="02020603050405020304" pitchFamily="18" charset="0"/>
              </a:rPr>
              <a:t>5</a:t>
            </a:r>
            <a:r>
              <a:rPr lang="en-IN" sz="2400" kern="100" dirty="0">
                <a:solidFill>
                  <a:schemeClr val="bg2">
                    <a:lumMod val="25000"/>
                  </a:schemeClr>
                </a:solidFill>
                <a:effectLst/>
                <a:latin typeface="Georgia Pro Condensed" panose="020B0604020202020204" charset="0"/>
                <a:ea typeface="Calibri" panose="020F0502020204030204" pitchFamily="34" charset="0"/>
                <a:cs typeface="Times New Roman" panose="02020603050405020304" pitchFamily="18" charset="0"/>
              </a:rPr>
              <a:t>: The waveform represents that reading and writing of the predicted pixels in a text file.</a:t>
            </a:r>
          </a:p>
        </p:txBody>
      </p:sp>
    </p:spTree>
    <p:extLst>
      <p:ext uri="{BB962C8B-B14F-4D97-AF65-F5344CB8AC3E}">
        <p14:creationId xmlns:p14="http://schemas.microsoft.com/office/powerpoint/2010/main" val="41692617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6484E98-0364-3C5C-42FF-ACC5867CFFDF}"/>
                  </a:ext>
                </a:extLst>
              </p:cNvPr>
              <p:cNvSpPr txBox="1"/>
              <p:nvPr/>
            </p:nvSpPr>
            <p:spPr>
              <a:xfrm>
                <a:off x="685800" y="495300"/>
                <a:ext cx="16840200" cy="2283638"/>
              </a:xfrm>
              <a:prstGeom prst="rect">
                <a:avLst/>
              </a:prstGeom>
              <a:noFill/>
            </p:spPr>
            <p:txBody>
              <a:bodyPr wrap="square">
                <a:spAutoFit/>
              </a:bodyPr>
              <a:lstStyle/>
              <a:p>
                <a:pPr>
                  <a:lnSpc>
                    <a:spcPct val="115000"/>
                  </a:lnSpc>
                  <a:spcAft>
                    <a:spcPts val="800"/>
                  </a:spcAft>
                  <a:buNone/>
                </a:pPr>
                <a:r>
                  <a:rPr lang="en-IN" sz="2400" b="1" kern="100" dirty="0">
                    <a:effectLst/>
                    <a:latin typeface="Georgia Pro Condensed" panose="020B0604020202020204" charset="0"/>
                    <a:ea typeface="Calibri" panose="020F0502020204030204" pitchFamily="34" charset="0"/>
                    <a:cs typeface="Times New Roman" panose="02020603050405020304" pitchFamily="18" charset="0"/>
                  </a:rPr>
                  <a:t>b.) ASIC Implementation:</a:t>
                </a:r>
                <a:r>
                  <a:rPr lang="en-IN" sz="2400" kern="100" dirty="0">
                    <a:effectLst/>
                    <a:latin typeface="Georgia Pro Condensed" panose="020B0604020202020204" charset="0"/>
                    <a:ea typeface="Calibri" panose="020F0502020204030204" pitchFamily="34" charset="0"/>
                    <a:cs typeface="Times New Roman" panose="02020603050405020304" pitchFamily="18" charset="0"/>
                  </a:rPr>
                  <a:t> Synopsys Synthesis (TSMC 130nm): </a:t>
                </a:r>
              </a:p>
              <a:p>
                <a:pPr>
                  <a:lnSpc>
                    <a:spcPct val="115000"/>
                  </a:lnSpc>
                  <a:spcAft>
                    <a:spcPts val="800"/>
                  </a:spcAft>
                  <a:buNone/>
                </a:pPr>
                <a:r>
                  <a:rPr lang="en-IN" sz="2400" kern="100" dirty="0">
                    <a:effectLst/>
                    <a:latin typeface="Georgia Pro Condensed" panose="020B0604020202020204" charset="0"/>
                    <a:ea typeface="Calibri" panose="020F0502020204030204" pitchFamily="34" charset="0"/>
                    <a:cs typeface="Times New Roman" panose="02020603050405020304" pitchFamily="18" charset="0"/>
                  </a:rPr>
                  <a:t>The hardware of the proposed spatial pixel predictor architecture is implemented using the TSMC 130nm technology node (cb13fs120). The synthesised gate-level netlist was generated through the Synopsys Design Vision tool .The design operates at a supply voltage of 1.2V. The evaluated total dynamic power consumption of the proposed architecture is 1.68μW, dominated entirely by net switching power. The net interconnect area of the design is 3.26 </a:t>
                </a:r>
                <a14:m>
                  <m:oMath xmlns:m="http://schemas.openxmlformats.org/officeDocument/2006/math">
                    <m:r>
                      <a:rPr lang="en-IN" sz="2400" i="1" kern="100" smtClean="0">
                        <a:effectLst/>
                        <a:latin typeface="Cambria Math" panose="02040503050406030204" pitchFamily="18" charset="0"/>
                      </a:rPr>
                      <m:t>𝜇</m:t>
                    </m:r>
                    <m:sSup>
                      <m:sSupPr>
                        <m:ctrlPr>
                          <a:rPr lang="en-IN" sz="2400" i="1" kern="100" smtClean="0">
                            <a:effectLst/>
                            <a:latin typeface="Cambria Math" panose="02040503050406030204" pitchFamily="18" charset="0"/>
                          </a:rPr>
                        </m:ctrlPr>
                      </m:sSupPr>
                      <m:e>
                        <m:r>
                          <a:rPr lang="en-IN" sz="2400" i="1" kern="100" smtClean="0">
                            <a:effectLst/>
                            <a:latin typeface="Cambria Math" panose="02040503050406030204" pitchFamily="18" charset="0"/>
                          </a:rPr>
                          <m:t>𝑚</m:t>
                        </m:r>
                      </m:e>
                      <m:sup>
                        <m:r>
                          <a:rPr lang="en-IN" sz="2400" i="0" kern="100" smtClean="0">
                            <a:effectLst/>
                            <a:latin typeface="Cambria Math" panose="02040503050406030204" pitchFamily="18" charset="0"/>
                          </a:rPr>
                          <m:t>2</m:t>
                        </m:r>
                      </m:sup>
                    </m:sSup>
                  </m:oMath>
                </a14:m>
                <a:r>
                  <a:rPr lang="en-IN" sz="2400" kern="100" dirty="0">
                    <a:effectLst/>
                    <a:latin typeface="Georgia Pro Condensed" panose="020B0604020202020204" charset="0"/>
                    <a:ea typeface="Calibri" panose="020F0502020204030204" pitchFamily="34" charset="0"/>
                    <a:cs typeface="Times New Roman" panose="02020603050405020304" pitchFamily="18" charset="0"/>
                  </a:rPr>
                  <a:t>area units.</a:t>
                </a:r>
              </a:p>
            </p:txBody>
          </p:sp>
        </mc:Choice>
        <mc:Fallback xmlns="">
          <p:sp>
            <p:nvSpPr>
              <p:cNvPr id="3" name="TextBox 2">
                <a:extLst>
                  <a:ext uri="{FF2B5EF4-FFF2-40B4-BE49-F238E27FC236}">
                    <a16:creationId xmlns:a16="http://schemas.microsoft.com/office/drawing/2014/main" id="{06484E98-0364-3C5C-42FF-ACC5867CFFDF}"/>
                  </a:ext>
                </a:extLst>
              </p:cNvPr>
              <p:cNvSpPr txBox="1">
                <a:spLocks noRot="1" noChangeAspect="1" noMove="1" noResize="1" noEditPoints="1" noAdjustHandles="1" noChangeArrowheads="1" noChangeShapeType="1" noTextEdit="1"/>
              </p:cNvSpPr>
              <p:nvPr/>
            </p:nvSpPr>
            <p:spPr>
              <a:xfrm>
                <a:off x="685800" y="495300"/>
                <a:ext cx="16840200" cy="2283638"/>
              </a:xfrm>
              <a:prstGeom prst="rect">
                <a:avLst/>
              </a:prstGeom>
              <a:blipFill>
                <a:blip r:embed="rId2"/>
                <a:stretch>
                  <a:fillRect l="-579" t="-1067" r="-797" b="-5067"/>
                </a:stretch>
              </a:blipFill>
            </p:spPr>
            <p:txBody>
              <a:bodyPr/>
              <a:lstStyle/>
              <a:p>
                <a:r>
                  <a:rPr lang="en-IN">
                    <a:noFill/>
                  </a:rPr>
                  <a:t> </a:t>
                </a:r>
              </a:p>
            </p:txBody>
          </p:sp>
        </mc:Fallback>
      </mc:AlternateContent>
      <p:sp>
        <p:nvSpPr>
          <p:cNvPr id="5" name="TextBox 4">
            <a:extLst>
              <a:ext uri="{FF2B5EF4-FFF2-40B4-BE49-F238E27FC236}">
                <a16:creationId xmlns:a16="http://schemas.microsoft.com/office/drawing/2014/main" id="{110AC97E-02CA-3ECE-2E2F-D5D4E871BD6D}"/>
              </a:ext>
            </a:extLst>
          </p:cNvPr>
          <p:cNvSpPr txBox="1"/>
          <p:nvPr/>
        </p:nvSpPr>
        <p:spPr>
          <a:xfrm>
            <a:off x="722670" y="3238500"/>
            <a:ext cx="16803329" cy="1158907"/>
          </a:xfrm>
          <a:prstGeom prst="rect">
            <a:avLst/>
          </a:prstGeom>
          <a:noFill/>
        </p:spPr>
        <p:txBody>
          <a:bodyPr wrap="square">
            <a:spAutoFit/>
          </a:bodyPr>
          <a:lstStyle/>
          <a:p>
            <a:pPr>
              <a:lnSpc>
                <a:spcPct val="115000"/>
              </a:lnSpc>
              <a:spcAft>
                <a:spcPts val="800"/>
              </a:spcAft>
              <a:buNone/>
            </a:pPr>
            <a:r>
              <a:rPr lang="en-IN" sz="3200" b="1" kern="100" dirty="0">
                <a:solidFill>
                  <a:srgbClr val="7030A0"/>
                </a:solidFill>
                <a:effectLst/>
                <a:latin typeface="Georgia Pro Condensed" panose="020B0604020202020204" charset="0"/>
                <a:ea typeface="Calibri" panose="020F0502020204030204" pitchFamily="34" charset="0"/>
                <a:cs typeface="Times New Roman" panose="02020603050405020304" pitchFamily="18" charset="0"/>
              </a:rPr>
              <a:t>Comparison of Predicted Images:</a:t>
            </a:r>
            <a:endParaRPr lang="en-IN" sz="3200" kern="100" dirty="0">
              <a:effectLst/>
              <a:latin typeface="Georgia Pro Condensed" panose="020B0604020202020204" charset="0"/>
              <a:ea typeface="Calibri" panose="020F0502020204030204" pitchFamily="34" charset="0"/>
              <a:cs typeface="Times New Roman" panose="02020603050405020304" pitchFamily="18" charset="0"/>
            </a:endParaRPr>
          </a:p>
          <a:p>
            <a:pPr>
              <a:lnSpc>
                <a:spcPct val="115000"/>
              </a:lnSpc>
              <a:spcAft>
                <a:spcPts val="800"/>
              </a:spcAft>
              <a:buNone/>
            </a:pPr>
            <a:r>
              <a:rPr lang="en-IN" sz="2400" kern="100" dirty="0">
                <a:effectLst/>
                <a:latin typeface="Georgia Pro Condensed" panose="020B0604020202020204" charset="0"/>
                <a:ea typeface="Calibri" panose="020F0502020204030204" pitchFamily="34" charset="0"/>
                <a:cs typeface="Times New Roman" panose="02020603050405020304" pitchFamily="18" charset="0"/>
              </a:rPr>
              <a:t> The experiment was conducted on a 292 × 153 grayscale image (44,676 pixels). The following pipeline was implemented</a:t>
            </a:r>
            <a:r>
              <a:rPr lang="en-IN" sz="2400" kern="100" dirty="0">
                <a:solidFill>
                  <a:srgbClr val="013E3D"/>
                </a:solidFill>
                <a:effectLst/>
                <a:latin typeface="Georgia Pro Condensed" panose="020B0604020202020204" charset="0"/>
                <a:ea typeface="Calibri" panose="020F0502020204030204" pitchFamily="34" charset="0"/>
                <a:cs typeface="Times New Roman" panose="02020603050405020304" pitchFamily="18" charset="0"/>
              </a:rPr>
              <a:t>:</a:t>
            </a:r>
          </a:p>
        </p:txBody>
      </p:sp>
      <p:pic>
        <p:nvPicPr>
          <p:cNvPr id="6" name="Picture 5">
            <a:extLst>
              <a:ext uri="{FF2B5EF4-FFF2-40B4-BE49-F238E27FC236}">
                <a16:creationId xmlns:a16="http://schemas.microsoft.com/office/drawing/2014/main" id="{583F5B8F-B2A6-176C-5BBD-638D4EBA8C1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4800" y="4875404"/>
            <a:ext cx="10287000" cy="4230496"/>
          </a:xfrm>
          <a:prstGeom prst="rect">
            <a:avLst/>
          </a:prstGeom>
        </p:spPr>
      </p:pic>
      <p:sp>
        <p:nvSpPr>
          <p:cNvPr id="8" name="TextBox 7">
            <a:extLst>
              <a:ext uri="{FF2B5EF4-FFF2-40B4-BE49-F238E27FC236}">
                <a16:creationId xmlns:a16="http://schemas.microsoft.com/office/drawing/2014/main" id="{9CC341E8-7C1E-11E0-1617-3626D3E36F64}"/>
              </a:ext>
            </a:extLst>
          </p:cNvPr>
          <p:cNvSpPr txBox="1"/>
          <p:nvPr/>
        </p:nvSpPr>
        <p:spPr>
          <a:xfrm>
            <a:off x="5257800" y="9301501"/>
            <a:ext cx="9144000" cy="490199"/>
          </a:xfrm>
          <a:prstGeom prst="rect">
            <a:avLst/>
          </a:prstGeom>
          <a:noFill/>
        </p:spPr>
        <p:txBody>
          <a:bodyPr wrap="square">
            <a:spAutoFit/>
          </a:bodyPr>
          <a:lstStyle/>
          <a:p>
            <a:pPr>
              <a:lnSpc>
                <a:spcPct val="115000"/>
              </a:lnSpc>
              <a:spcAft>
                <a:spcPts val="800"/>
              </a:spcAft>
              <a:buNone/>
            </a:pPr>
            <a:r>
              <a:rPr lang="en-IN" sz="2400" kern="100" dirty="0">
                <a:solidFill>
                  <a:srgbClr val="013E3D"/>
                </a:solidFill>
                <a:effectLst/>
                <a:latin typeface="Georgia Pro Condensed" panose="020B0604020202020204" charset="0"/>
                <a:ea typeface="Calibri" panose="020F0502020204030204" pitchFamily="34" charset="0"/>
                <a:cs typeface="Times New Roman" panose="02020603050405020304" pitchFamily="18" charset="0"/>
              </a:rPr>
              <a:t>Figure 5 : Hardware VS Software Prediction Comparison                          </a:t>
            </a:r>
          </a:p>
        </p:txBody>
      </p:sp>
    </p:spTree>
    <p:extLst>
      <p:ext uri="{BB962C8B-B14F-4D97-AF65-F5344CB8AC3E}">
        <p14:creationId xmlns:p14="http://schemas.microsoft.com/office/powerpoint/2010/main" val="29659244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32B469-9E7F-E213-04B5-8D7419C354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54161" y="2705100"/>
            <a:ext cx="4648200" cy="2600528"/>
          </a:xfrm>
          <a:prstGeom prst="rect">
            <a:avLst/>
          </a:prstGeom>
        </p:spPr>
      </p:pic>
      <p:pic>
        <p:nvPicPr>
          <p:cNvPr id="13" name="Picture 12">
            <a:extLst>
              <a:ext uri="{FF2B5EF4-FFF2-40B4-BE49-F238E27FC236}">
                <a16:creationId xmlns:a16="http://schemas.microsoft.com/office/drawing/2014/main" id="{BCFD59C5-30F4-9BDC-6025-3D28F868EF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31097" y="2669082"/>
            <a:ext cx="4869714" cy="2596841"/>
          </a:xfrm>
          <a:prstGeom prst="rect">
            <a:avLst/>
          </a:prstGeom>
        </p:spPr>
      </p:pic>
      <p:pic>
        <p:nvPicPr>
          <p:cNvPr id="15" name="Picture 14">
            <a:extLst>
              <a:ext uri="{FF2B5EF4-FFF2-40B4-BE49-F238E27FC236}">
                <a16:creationId xmlns:a16="http://schemas.microsoft.com/office/drawing/2014/main" id="{8E158CE5-E53D-BD6B-3B68-533F889FE6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40229" y="2640814"/>
            <a:ext cx="4953000" cy="2595236"/>
          </a:xfrm>
          <a:prstGeom prst="rect">
            <a:avLst/>
          </a:prstGeom>
        </p:spPr>
      </p:pic>
      <p:sp>
        <p:nvSpPr>
          <p:cNvPr id="4" name="TextBox 3">
            <a:extLst>
              <a:ext uri="{FF2B5EF4-FFF2-40B4-BE49-F238E27FC236}">
                <a16:creationId xmlns:a16="http://schemas.microsoft.com/office/drawing/2014/main" id="{E46B7DF9-41F8-E8D2-6C92-B49D3824F6C9}"/>
              </a:ext>
            </a:extLst>
          </p:cNvPr>
          <p:cNvSpPr txBox="1"/>
          <p:nvPr/>
        </p:nvSpPr>
        <p:spPr>
          <a:xfrm>
            <a:off x="7240229" y="5600700"/>
            <a:ext cx="10460582" cy="490199"/>
          </a:xfrm>
          <a:prstGeom prst="rect">
            <a:avLst/>
          </a:prstGeom>
          <a:noFill/>
        </p:spPr>
        <p:txBody>
          <a:bodyPr wrap="square">
            <a:spAutoFit/>
          </a:bodyPr>
          <a:lstStyle/>
          <a:p>
            <a:pPr>
              <a:lnSpc>
                <a:spcPct val="115000"/>
              </a:lnSpc>
              <a:spcAft>
                <a:spcPts val="800"/>
              </a:spcAft>
              <a:buNone/>
            </a:pPr>
            <a:r>
              <a:rPr lang="en-IN" sz="2400" kern="100" dirty="0">
                <a:solidFill>
                  <a:srgbClr val="013E3D"/>
                </a:solidFill>
                <a:effectLst/>
                <a:latin typeface="Georgia Pro Condensed" panose="020B0604020202020204" charset="0"/>
                <a:ea typeface="Calibri" panose="020F0502020204030204" pitchFamily="34" charset="0"/>
                <a:cs typeface="Times New Roman" panose="02020603050405020304" pitchFamily="18" charset="0"/>
              </a:rPr>
              <a:t>ii) Predicted Image using Hardware                iii) Predicted Image using Software</a:t>
            </a:r>
          </a:p>
        </p:txBody>
      </p:sp>
      <p:sp>
        <p:nvSpPr>
          <p:cNvPr id="6" name="TextBox 5">
            <a:extLst>
              <a:ext uri="{FF2B5EF4-FFF2-40B4-BE49-F238E27FC236}">
                <a16:creationId xmlns:a16="http://schemas.microsoft.com/office/drawing/2014/main" id="{CF82A542-79E1-545D-A3D3-ACCBCA610C84}"/>
              </a:ext>
            </a:extLst>
          </p:cNvPr>
          <p:cNvSpPr txBox="1"/>
          <p:nvPr/>
        </p:nvSpPr>
        <p:spPr>
          <a:xfrm>
            <a:off x="1920977" y="5600700"/>
            <a:ext cx="4681384" cy="461665"/>
          </a:xfrm>
          <a:prstGeom prst="rect">
            <a:avLst/>
          </a:prstGeom>
          <a:noFill/>
        </p:spPr>
        <p:txBody>
          <a:bodyPr wrap="square">
            <a:spAutoFit/>
          </a:bodyPr>
          <a:lstStyle/>
          <a:p>
            <a:r>
              <a:rPr lang="en-IN" sz="2400" dirty="0">
                <a:solidFill>
                  <a:srgbClr val="013E3D"/>
                </a:solidFill>
                <a:effectLst/>
                <a:latin typeface="Georgia Pro Condensed" panose="020B0604020202020204" charset="0"/>
                <a:ea typeface="Calibri" panose="020F0502020204030204" pitchFamily="34" charset="0"/>
              </a:rPr>
              <a:t> </a:t>
            </a:r>
            <a:r>
              <a:rPr lang="en-IN" sz="2400" dirty="0" err="1">
                <a:solidFill>
                  <a:srgbClr val="013E3D"/>
                </a:solidFill>
                <a:effectLst/>
                <a:latin typeface="Georgia Pro Condensed" panose="020B0604020202020204" charset="0"/>
                <a:ea typeface="Calibri" panose="020F0502020204030204" pitchFamily="34" charset="0"/>
              </a:rPr>
              <a:t>i</a:t>
            </a:r>
            <a:r>
              <a:rPr lang="en-IN" sz="2400" dirty="0">
                <a:solidFill>
                  <a:srgbClr val="013E3D"/>
                </a:solidFill>
                <a:effectLst/>
                <a:latin typeface="Georgia Pro Condensed" panose="020B0604020202020204" charset="0"/>
                <a:ea typeface="Calibri" panose="020F0502020204030204" pitchFamily="34" charset="0"/>
              </a:rPr>
              <a:t>) Original </a:t>
            </a:r>
            <a:r>
              <a:rPr lang="en-IN" sz="2400">
                <a:solidFill>
                  <a:srgbClr val="013E3D"/>
                </a:solidFill>
                <a:effectLst/>
                <a:latin typeface="Georgia Pro Condensed" panose="020B0604020202020204" charset="0"/>
                <a:ea typeface="Calibri" panose="020F0502020204030204" pitchFamily="34" charset="0"/>
              </a:rPr>
              <a:t>Image  [3]</a:t>
            </a:r>
            <a:endParaRPr lang="en-IN" sz="2400" dirty="0">
              <a:solidFill>
                <a:srgbClr val="013E3D"/>
              </a:solidFill>
              <a:latin typeface="Georgia Pro Condensed" panose="020B0604020202020204" charset="0"/>
            </a:endParaRPr>
          </a:p>
        </p:txBody>
      </p:sp>
      <p:sp>
        <p:nvSpPr>
          <p:cNvPr id="8" name="TextBox 7">
            <a:extLst>
              <a:ext uri="{FF2B5EF4-FFF2-40B4-BE49-F238E27FC236}">
                <a16:creationId xmlns:a16="http://schemas.microsoft.com/office/drawing/2014/main" id="{3356EC4D-3250-D0C7-1F4F-D05B82A7AD02}"/>
              </a:ext>
            </a:extLst>
          </p:cNvPr>
          <p:cNvSpPr txBox="1"/>
          <p:nvPr/>
        </p:nvSpPr>
        <p:spPr>
          <a:xfrm>
            <a:off x="4191000" y="6273707"/>
            <a:ext cx="11277599" cy="490199"/>
          </a:xfrm>
          <a:prstGeom prst="rect">
            <a:avLst/>
          </a:prstGeom>
          <a:noFill/>
        </p:spPr>
        <p:txBody>
          <a:bodyPr wrap="square">
            <a:spAutoFit/>
          </a:bodyPr>
          <a:lstStyle/>
          <a:p>
            <a:pPr>
              <a:lnSpc>
                <a:spcPct val="115000"/>
              </a:lnSpc>
              <a:spcAft>
                <a:spcPts val="800"/>
              </a:spcAft>
              <a:buNone/>
            </a:pPr>
            <a:r>
              <a:rPr lang="en-IN" sz="2400" kern="100" dirty="0">
                <a:solidFill>
                  <a:schemeClr val="bg2">
                    <a:lumMod val="25000"/>
                  </a:schemeClr>
                </a:solidFill>
                <a:effectLst/>
                <a:latin typeface="Georgia Pro Condensed" panose="020B0604020202020204" charset="0"/>
                <a:ea typeface="Calibri" panose="020F0502020204030204" pitchFamily="34" charset="0"/>
                <a:cs typeface="Times New Roman" panose="02020603050405020304" pitchFamily="18" charset="0"/>
              </a:rPr>
              <a:t>  Figure 6.</a:t>
            </a:r>
            <a:r>
              <a:rPr lang="en-IN" sz="2400" kern="100" dirty="0">
                <a:solidFill>
                  <a:schemeClr val="bg2">
                    <a:lumMod val="25000"/>
                  </a:schemeClr>
                </a:solidFill>
                <a:latin typeface="Georgia Pro Condensed" panose="020B0604020202020204" charset="0"/>
                <a:ea typeface="Calibri" panose="020F0502020204030204" pitchFamily="34" charset="0"/>
                <a:cs typeface="Times New Roman" panose="02020603050405020304" pitchFamily="18" charset="0"/>
              </a:rPr>
              <a:t>1</a:t>
            </a:r>
            <a:r>
              <a:rPr lang="en-IN" sz="2400" kern="100" dirty="0">
                <a:solidFill>
                  <a:schemeClr val="bg2">
                    <a:lumMod val="25000"/>
                  </a:schemeClr>
                </a:solidFill>
                <a:effectLst/>
                <a:latin typeface="Georgia Pro Condensed" panose="020B0604020202020204" charset="0"/>
                <a:ea typeface="Calibri" panose="020F0502020204030204" pitchFamily="34" charset="0"/>
                <a:cs typeface="Times New Roman" panose="02020603050405020304" pitchFamily="18" charset="0"/>
              </a:rPr>
              <a:t>:  Original and Predicted Images of dimension (292x153)(Noon Dataset)</a:t>
            </a:r>
          </a:p>
        </p:txBody>
      </p:sp>
      <p:sp>
        <p:nvSpPr>
          <p:cNvPr id="10" name="TextBox 9">
            <a:extLst>
              <a:ext uri="{FF2B5EF4-FFF2-40B4-BE49-F238E27FC236}">
                <a16:creationId xmlns:a16="http://schemas.microsoft.com/office/drawing/2014/main" id="{E15F0679-2C17-79A8-F98F-C156876F9636}"/>
              </a:ext>
            </a:extLst>
          </p:cNvPr>
          <p:cNvSpPr txBox="1"/>
          <p:nvPr/>
        </p:nvSpPr>
        <p:spPr>
          <a:xfrm>
            <a:off x="6324600" y="7029041"/>
            <a:ext cx="9144000" cy="1938992"/>
          </a:xfrm>
          <a:prstGeom prst="rect">
            <a:avLst/>
          </a:prstGeom>
          <a:noFill/>
        </p:spPr>
        <p:txBody>
          <a:bodyPr wrap="square">
            <a:spAutoFit/>
          </a:bodyPr>
          <a:lstStyle/>
          <a:p>
            <a:r>
              <a:rPr lang="en-IN" sz="2400" dirty="0">
                <a:latin typeface="Georgia Pro Condensed" panose="020B0604020202020204" charset="0"/>
              </a:rPr>
              <a:t>PSNR: 52.13 dB </a:t>
            </a:r>
          </a:p>
          <a:p>
            <a:r>
              <a:rPr lang="en-IN" sz="2400" dirty="0">
                <a:latin typeface="Georgia Pro Condensed" panose="020B0604020202020204" charset="0"/>
              </a:rPr>
              <a:t>SSIM: 0.9993 </a:t>
            </a:r>
          </a:p>
          <a:p>
            <a:r>
              <a:rPr lang="en-IN" sz="2400" dirty="0">
                <a:latin typeface="Georgia Pro Condensed" panose="020B0604020202020204" charset="0"/>
              </a:rPr>
              <a:t>EKI  (Edge Keeping Index): 0.9999 </a:t>
            </a:r>
          </a:p>
          <a:p>
            <a:r>
              <a:rPr lang="en-IN" sz="2400" dirty="0">
                <a:latin typeface="Georgia Pro Condensed" panose="020B0604020202020204" charset="0"/>
              </a:rPr>
              <a:t>Correlation Coefficient: 1.0000 (1 = perfect correlation)</a:t>
            </a:r>
          </a:p>
          <a:p>
            <a:r>
              <a:rPr lang="en-IN" sz="2400" dirty="0">
                <a:latin typeface="Georgia Pro Condensed" panose="020B0604020202020204" charset="0"/>
              </a:rPr>
              <a:t>Pixel-wise Similarity: 99.8%</a:t>
            </a:r>
          </a:p>
        </p:txBody>
      </p:sp>
      <p:sp>
        <p:nvSpPr>
          <p:cNvPr id="12" name="TextBox 11">
            <a:extLst>
              <a:ext uri="{FF2B5EF4-FFF2-40B4-BE49-F238E27FC236}">
                <a16:creationId xmlns:a16="http://schemas.microsoft.com/office/drawing/2014/main" id="{0AEF4E7F-20C2-779E-9797-9689A7ED25B4}"/>
              </a:ext>
            </a:extLst>
          </p:cNvPr>
          <p:cNvSpPr txBox="1"/>
          <p:nvPr/>
        </p:nvSpPr>
        <p:spPr>
          <a:xfrm>
            <a:off x="6609735" y="1192683"/>
            <a:ext cx="9144000" cy="923330"/>
          </a:xfrm>
          <a:prstGeom prst="rect">
            <a:avLst/>
          </a:prstGeom>
          <a:noFill/>
        </p:spPr>
        <p:txBody>
          <a:bodyPr wrap="square">
            <a:spAutoFit/>
          </a:bodyPr>
          <a:lstStyle/>
          <a:p>
            <a:r>
              <a:rPr lang="en-IN" sz="5400" b="1" dirty="0">
                <a:solidFill>
                  <a:srgbClr val="7030A0"/>
                </a:solidFill>
                <a:effectLst/>
                <a:latin typeface="Georgia Pro Condensed" panose="020B0604020202020204" charset="0"/>
                <a:ea typeface="Calibri" panose="020F0502020204030204" pitchFamily="34" charset="0"/>
              </a:rPr>
              <a:t>    Noon Dataset</a:t>
            </a:r>
            <a:endParaRPr lang="en-IN" sz="5400" b="1" dirty="0">
              <a:solidFill>
                <a:srgbClr val="7030A0"/>
              </a:solidFill>
              <a:latin typeface="Georgia Pro Condensed" panose="020B0604020202020204" charset="0"/>
            </a:endParaRPr>
          </a:p>
        </p:txBody>
      </p:sp>
    </p:spTree>
    <p:extLst>
      <p:ext uri="{BB962C8B-B14F-4D97-AF65-F5344CB8AC3E}">
        <p14:creationId xmlns:p14="http://schemas.microsoft.com/office/powerpoint/2010/main" val="33985553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CE893C-98E6-C73D-4E84-0C88BB0F3F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0409" y="2933700"/>
            <a:ext cx="4748805" cy="2623880"/>
          </a:xfrm>
          <a:prstGeom prst="rect">
            <a:avLst/>
          </a:prstGeom>
        </p:spPr>
      </p:pic>
      <p:pic>
        <p:nvPicPr>
          <p:cNvPr id="5" name="Picture 4">
            <a:extLst>
              <a:ext uri="{FF2B5EF4-FFF2-40B4-BE49-F238E27FC236}">
                <a16:creationId xmlns:a16="http://schemas.microsoft.com/office/drawing/2014/main" id="{6085F206-F93D-070D-23AE-925A574EE9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28446" y="2864311"/>
            <a:ext cx="4748805" cy="2623880"/>
          </a:xfrm>
          <a:prstGeom prst="rect">
            <a:avLst/>
          </a:prstGeom>
        </p:spPr>
      </p:pic>
      <p:pic>
        <p:nvPicPr>
          <p:cNvPr id="7" name="Picture 6">
            <a:extLst>
              <a:ext uri="{FF2B5EF4-FFF2-40B4-BE49-F238E27FC236}">
                <a16:creationId xmlns:a16="http://schemas.microsoft.com/office/drawing/2014/main" id="{09860D23-657A-FB09-36F1-66AC407513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956483" y="2849562"/>
            <a:ext cx="4748804" cy="2623879"/>
          </a:xfrm>
          <a:prstGeom prst="rect">
            <a:avLst/>
          </a:prstGeom>
        </p:spPr>
      </p:pic>
      <p:sp>
        <p:nvSpPr>
          <p:cNvPr id="4" name="TextBox 3">
            <a:extLst>
              <a:ext uri="{FF2B5EF4-FFF2-40B4-BE49-F238E27FC236}">
                <a16:creationId xmlns:a16="http://schemas.microsoft.com/office/drawing/2014/main" id="{BE1A5745-3BA0-D582-9980-7C37817099C1}"/>
              </a:ext>
            </a:extLst>
          </p:cNvPr>
          <p:cNvSpPr txBox="1"/>
          <p:nvPr/>
        </p:nvSpPr>
        <p:spPr>
          <a:xfrm>
            <a:off x="4724400" y="6591300"/>
            <a:ext cx="11125200" cy="490199"/>
          </a:xfrm>
          <a:prstGeom prst="rect">
            <a:avLst/>
          </a:prstGeom>
          <a:noFill/>
        </p:spPr>
        <p:txBody>
          <a:bodyPr wrap="square">
            <a:spAutoFit/>
          </a:bodyPr>
          <a:lstStyle/>
          <a:p>
            <a:pPr>
              <a:lnSpc>
                <a:spcPct val="115000"/>
              </a:lnSpc>
              <a:spcAft>
                <a:spcPts val="800"/>
              </a:spcAft>
              <a:buNone/>
            </a:pPr>
            <a:r>
              <a:rPr lang="en-IN" sz="2400" kern="100" dirty="0">
                <a:solidFill>
                  <a:schemeClr val="bg2">
                    <a:lumMod val="25000"/>
                  </a:schemeClr>
                </a:solidFill>
                <a:effectLst/>
                <a:latin typeface="Georgia Pro Condensed" panose="020B0604020202020204" charset="0"/>
                <a:ea typeface="Calibri" panose="020F0502020204030204" pitchFamily="34" charset="0"/>
                <a:cs typeface="Times New Roman" panose="02020603050405020304" pitchFamily="18" charset="0"/>
              </a:rPr>
              <a:t>Figure 6.2:  Original and Predicted Images of dimension (292x153)(Afternoon Dataset)</a:t>
            </a:r>
          </a:p>
        </p:txBody>
      </p:sp>
      <p:sp>
        <p:nvSpPr>
          <p:cNvPr id="8" name="TextBox 7">
            <a:extLst>
              <a:ext uri="{FF2B5EF4-FFF2-40B4-BE49-F238E27FC236}">
                <a16:creationId xmlns:a16="http://schemas.microsoft.com/office/drawing/2014/main" id="{B617BA0F-037B-412A-1B22-45F05783EDD1}"/>
              </a:ext>
            </a:extLst>
          </p:cNvPr>
          <p:cNvSpPr txBox="1"/>
          <p:nvPr/>
        </p:nvSpPr>
        <p:spPr>
          <a:xfrm>
            <a:off x="1900409" y="5889774"/>
            <a:ext cx="4748805" cy="461665"/>
          </a:xfrm>
          <a:prstGeom prst="rect">
            <a:avLst/>
          </a:prstGeom>
          <a:noFill/>
        </p:spPr>
        <p:txBody>
          <a:bodyPr wrap="square">
            <a:spAutoFit/>
          </a:bodyPr>
          <a:lstStyle/>
          <a:p>
            <a:r>
              <a:rPr lang="en-IN" sz="2400" dirty="0">
                <a:solidFill>
                  <a:srgbClr val="013E3D"/>
                </a:solidFill>
                <a:effectLst/>
                <a:latin typeface="Georgia Pro Condensed" panose="020B0604020202020204" charset="0"/>
                <a:ea typeface="Calibri" panose="020F0502020204030204" pitchFamily="34" charset="0"/>
              </a:rPr>
              <a:t> </a:t>
            </a:r>
            <a:r>
              <a:rPr lang="en-IN" sz="2400" dirty="0" err="1">
                <a:solidFill>
                  <a:srgbClr val="013E3D"/>
                </a:solidFill>
                <a:effectLst/>
                <a:latin typeface="Georgia Pro Condensed" panose="020B0604020202020204" charset="0"/>
                <a:ea typeface="Calibri" panose="020F0502020204030204" pitchFamily="34" charset="0"/>
              </a:rPr>
              <a:t>i</a:t>
            </a:r>
            <a:r>
              <a:rPr lang="en-IN" sz="2400" dirty="0">
                <a:solidFill>
                  <a:srgbClr val="013E3D"/>
                </a:solidFill>
                <a:effectLst/>
                <a:latin typeface="Georgia Pro Condensed" panose="020B0604020202020204" charset="0"/>
                <a:ea typeface="Calibri" panose="020F0502020204030204" pitchFamily="34" charset="0"/>
              </a:rPr>
              <a:t>) Original Image [3] </a:t>
            </a:r>
            <a:endParaRPr lang="en-IN" sz="2400" dirty="0">
              <a:solidFill>
                <a:srgbClr val="013E3D"/>
              </a:solidFill>
              <a:latin typeface="Georgia Pro Condensed" panose="020B0604020202020204" charset="0"/>
            </a:endParaRPr>
          </a:p>
        </p:txBody>
      </p:sp>
      <p:sp>
        <p:nvSpPr>
          <p:cNvPr id="10" name="TextBox 9">
            <a:extLst>
              <a:ext uri="{FF2B5EF4-FFF2-40B4-BE49-F238E27FC236}">
                <a16:creationId xmlns:a16="http://schemas.microsoft.com/office/drawing/2014/main" id="{248D5FEC-D580-1A22-A5C3-0765D40A4065}"/>
              </a:ext>
            </a:extLst>
          </p:cNvPr>
          <p:cNvSpPr txBox="1"/>
          <p:nvPr/>
        </p:nvSpPr>
        <p:spPr>
          <a:xfrm>
            <a:off x="7421072" y="5820385"/>
            <a:ext cx="10485928" cy="490199"/>
          </a:xfrm>
          <a:prstGeom prst="rect">
            <a:avLst/>
          </a:prstGeom>
          <a:noFill/>
        </p:spPr>
        <p:txBody>
          <a:bodyPr wrap="square">
            <a:spAutoFit/>
          </a:bodyPr>
          <a:lstStyle/>
          <a:p>
            <a:pPr>
              <a:lnSpc>
                <a:spcPct val="115000"/>
              </a:lnSpc>
              <a:spcAft>
                <a:spcPts val="800"/>
              </a:spcAft>
              <a:buNone/>
            </a:pPr>
            <a:r>
              <a:rPr lang="en-IN" sz="2400" kern="100" dirty="0">
                <a:solidFill>
                  <a:srgbClr val="013E3D"/>
                </a:solidFill>
                <a:effectLst/>
                <a:latin typeface="Georgia Pro Condensed" panose="020B0604020202020204" charset="0"/>
                <a:ea typeface="Calibri" panose="020F0502020204030204" pitchFamily="34" charset="0"/>
                <a:cs typeface="Times New Roman" panose="02020603050405020304" pitchFamily="18" charset="0"/>
              </a:rPr>
              <a:t>ii) Predicted Image using Hardware               iii) Predicted Image using Software</a:t>
            </a:r>
          </a:p>
        </p:txBody>
      </p:sp>
      <p:sp>
        <p:nvSpPr>
          <p:cNvPr id="12" name="TextBox 11">
            <a:extLst>
              <a:ext uri="{FF2B5EF4-FFF2-40B4-BE49-F238E27FC236}">
                <a16:creationId xmlns:a16="http://schemas.microsoft.com/office/drawing/2014/main" id="{02AF37CB-4D14-326B-E7FE-EAB590D2A142}"/>
              </a:ext>
            </a:extLst>
          </p:cNvPr>
          <p:cNvSpPr txBox="1"/>
          <p:nvPr/>
        </p:nvSpPr>
        <p:spPr>
          <a:xfrm>
            <a:off x="6019800" y="7380650"/>
            <a:ext cx="9144000" cy="1938992"/>
          </a:xfrm>
          <a:prstGeom prst="rect">
            <a:avLst/>
          </a:prstGeom>
          <a:noFill/>
        </p:spPr>
        <p:txBody>
          <a:bodyPr wrap="square">
            <a:spAutoFit/>
          </a:bodyPr>
          <a:lstStyle/>
          <a:p>
            <a:r>
              <a:rPr lang="en-IN" sz="2400" dirty="0">
                <a:solidFill>
                  <a:srgbClr val="013E3D"/>
                </a:solidFill>
                <a:latin typeface="Georgia Pro Condensed" panose="020B0604020202020204" charset="0"/>
              </a:rPr>
              <a:t>PSNR: 51.45 dB </a:t>
            </a:r>
          </a:p>
          <a:p>
            <a:r>
              <a:rPr lang="en-IN" sz="2400" dirty="0">
                <a:solidFill>
                  <a:srgbClr val="013E3D"/>
                </a:solidFill>
                <a:latin typeface="Georgia Pro Condensed" panose="020B0604020202020204" charset="0"/>
              </a:rPr>
              <a:t>SSIM: 0.9984 </a:t>
            </a:r>
          </a:p>
          <a:p>
            <a:r>
              <a:rPr lang="en-IN" sz="2400" dirty="0">
                <a:solidFill>
                  <a:srgbClr val="013E3D"/>
                </a:solidFill>
                <a:latin typeface="Georgia Pro Condensed" panose="020B0604020202020204" charset="0"/>
              </a:rPr>
              <a:t>EKI  (Edge Keeping Index): 0.9999 </a:t>
            </a:r>
          </a:p>
          <a:p>
            <a:r>
              <a:rPr lang="en-IN" sz="2400" dirty="0">
                <a:solidFill>
                  <a:srgbClr val="013E3D"/>
                </a:solidFill>
                <a:latin typeface="Georgia Pro Condensed" panose="020B0604020202020204" charset="0"/>
              </a:rPr>
              <a:t>Correlation Coefficient: 1.0000 (1 = perfect correlation)</a:t>
            </a:r>
          </a:p>
          <a:p>
            <a:r>
              <a:rPr lang="en-IN" sz="2400" dirty="0">
                <a:solidFill>
                  <a:srgbClr val="013E3D"/>
                </a:solidFill>
                <a:latin typeface="Georgia Pro Condensed" panose="020B0604020202020204" charset="0"/>
              </a:rPr>
              <a:t>Pixel-wise Similarity: 99.8%</a:t>
            </a:r>
          </a:p>
        </p:txBody>
      </p:sp>
      <p:sp>
        <p:nvSpPr>
          <p:cNvPr id="14" name="TextBox 13">
            <a:extLst>
              <a:ext uri="{FF2B5EF4-FFF2-40B4-BE49-F238E27FC236}">
                <a16:creationId xmlns:a16="http://schemas.microsoft.com/office/drawing/2014/main" id="{A6B3333E-E85F-36B4-46E6-989D93C277BF}"/>
              </a:ext>
            </a:extLst>
          </p:cNvPr>
          <p:cNvSpPr txBox="1"/>
          <p:nvPr/>
        </p:nvSpPr>
        <p:spPr>
          <a:xfrm>
            <a:off x="6740013" y="1291095"/>
            <a:ext cx="9144000" cy="923330"/>
          </a:xfrm>
          <a:prstGeom prst="rect">
            <a:avLst/>
          </a:prstGeom>
          <a:noFill/>
        </p:spPr>
        <p:txBody>
          <a:bodyPr wrap="square">
            <a:spAutoFit/>
          </a:bodyPr>
          <a:lstStyle/>
          <a:p>
            <a:r>
              <a:rPr lang="en-IN" sz="5400" b="1" dirty="0">
                <a:solidFill>
                  <a:srgbClr val="013E3D"/>
                </a:solidFill>
                <a:latin typeface="Georgia Pro Condensed" panose="020B0604020202020204" charset="0"/>
                <a:ea typeface="Calibri" panose="020F0502020204030204" pitchFamily="34" charset="0"/>
              </a:rPr>
              <a:t> Afternoon Dataset</a:t>
            </a:r>
            <a:endParaRPr lang="en-IN" sz="5400" b="1" dirty="0">
              <a:solidFill>
                <a:srgbClr val="013E3D"/>
              </a:solidFill>
            </a:endParaRPr>
          </a:p>
        </p:txBody>
      </p:sp>
    </p:spTree>
    <p:extLst>
      <p:ext uri="{BB962C8B-B14F-4D97-AF65-F5344CB8AC3E}">
        <p14:creationId xmlns:p14="http://schemas.microsoft.com/office/powerpoint/2010/main" val="6179733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5A819B2-90EC-9ECD-FE1C-50482B00AF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2781300"/>
            <a:ext cx="4799107" cy="2514600"/>
          </a:xfrm>
          <a:prstGeom prst="rect">
            <a:avLst/>
          </a:prstGeom>
        </p:spPr>
      </p:pic>
      <p:pic>
        <p:nvPicPr>
          <p:cNvPr id="5" name="Picture 4">
            <a:extLst>
              <a:ext uri="{FF2B5EF4-FFF2-40B4-BE49-F238E27FC236}">
                <a16:creationId xmlns:a16="http://schemas.microsoft.com/office/drawing/2014/main" id="{C1801CD9-F2ED-655E-2DF0-02C2FF2B7A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4447" y="2767781"/>
            <a:ext cx="4799106" cy="2514600"/>
          </a:xfrm>
          <a:prstGeom prst="rect">
            <a:avLst/>
          </a:prstGeom>
        </p:spPr>
      </p:pic>
      <p:pic>
        <p:nvPicPr>
          <p:cNvPr id="7" name="Picture 6">
            <a:extLst>
              <a:ext uri="{FF2B5EF4-FFF2-40B4-BE49-F238E27FC236}">
                <a16:creationId xmlns:a16="http://schemas.microsoft.com/office/drawing/2014/main" id="{EC344C72-A7AE-9A21-E460-978234140D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68200" y="2781300"/>
            <a:ext cx="4799106" cy="2514600"/>
          </a:xfrm>
          <a:prstGeom prst="rect">
            <a:avLst/>
          </a:prstGeom>
        </p:spPr>
      </p:pic>
      <p:sp>
        <p:nvSpPr>
          <p:cNvPr id="4" name="TextBox 3">
            <a:extLst>
              <a:ext uri="{FF2B5EF4-FFF2-40B4-BE49-F238E27FC236}">
                <a16:creationId xmlns:a16="http://schemas.microsoft.com/office/drawing/2014/main" id="{B2FDA3F1-04A3-5247-AC26-B9257C7BD6EE}"/>
              </a:ext>
            </a:extLst>
          </p:cNvPr>
          <p:cNvSpPr txBox="1"/>
          <p:nvPr/>
        </p:nvSpPr>
        <p:spPr>
          <a:xfrm>
            <a:off x="914400" y="5676900"/>
            <a:ext cx="4799107" cy="461665"/>
          </a:xfrm>
          <a:prstGeom prst="rect">
            <a:avLst/>
          </a:prstGeom>
          <a:noFill/>
        </p:spPr>
        <p:txBody>
          <a:bodyPr wrap="square">
            <a:spAutoFit/>
          </a:bodyPr>
          <a:lstStyle/>
          <a:p>
            <a:r>
              <a:rPr lang="en-IN" sz="2400" dirty="0" err="1">
                <a:solidFill>
                  <a:srgbClr val="013E3D"/>
                </a:solidFill>
                <a:effectLst/>
                <a:latin typeface="Georgia Pro Condensed" panose="020B0604020202020204" charset="0"/>
                <a:ea typeface="Calibri" panose="020F0502020204030204" pitchFamily="34" charset="0"/>
              </a:rPr>
              <a:t>i</a:t>
            </a:r>
            <a:r>
              <a:rPr lang="en-IN" sz="2400" dirty="0">
                <a:solidFill>
                  <a:srgbClr val="013E3D"/>
                </a:solidFill>
                <a:effectLst/>
                <a:latin typeface="Georgia Pro Condensed" panose="020B0604020202020204" charset="0"/>
                <a:ea typeface="Calibri" panose="020F0502020204030204" pitchFamily="34" charset="0"/>
              </a:rPr>
              <a:t>) Original Image  [3] </a:t>
            </a:r>
            <a:endParaRPr lang="en-IN" sz="2400" dirty="0">
              <a:solidFill>
                <a:srgbClr val="013E3D"/>
              </a:solidFill>
              <a:latin typeface="Georgia Pro Condensed" panose="020B0604020202020204" charset="0"/>
            </a:endParaRPr>
          </a:p>
        </p:txBody>
      </p:sp>
      <p:sp>
        <p:nvSpPr>
          <p:cNvPr id="8" name="TextBox 7">
            <a:extLst>
              <a:ext uri="{FF2B5EF4-FFF2-40B4-BE49-F238E27FC236}">
                <a16:creationId xmlns:a16="http://schemas.microsoft.com/office/drawing/2014/main" id="{3F78D515-BB2F-5E3F-4B3F-AEF79E15CFA1}"/>
              </a:ext>
            </a:extLst>
          </p:cNvPr>
          <p:cNvSpPr txBox="1"/>
          <p:nvPr/>
        </p:nvSpPr>
        <p:spPr>
          <a:xfrm>
            <a:off x="6744446" y="5655548"/>
            <a:ext cx="10629153" cy="490199"/>
          </a:xfrm>
          <a:prstGeom prst="rect">
            <a:avLst/>
          </a:prstGeom>
          <a:noFill/>
        </p:spPr>
        <p:txBody>
          <a:bodyPr wrap="square">
            <a:spAutoFit/>
          </a:bodyPr>
          <a:lstStyle/>
          <a:p>
            <a:pPr>
              <a:lnSpc>
                <a:spcPct val="115000"/>
              </a:lnSpc>
              <a:spcAft>
                <a:spcPts val="800"/>
              </a:spcAft>
              <a:buNone/>
            </a:pPr>
            <a:r>
              <a:rPr lang="en-IN" sz="2400" kern="100" dirty="0">
                <a:solidFill>
                  <a:srgbClr val="013E3D"/>
                </a:solidFill>
                <a:effectLst/>
                <a:latin typeface="Georgia Pro Condensed" panose="020B0604020202020204" charset="0"/>
                <a:ea typeface="Calibri" panose="020F0502020204030204" pitchFamily="34" charset="0"/>
                <a:cs typeface="Times New Roman" panose="02020603050405020304" pitchFamily="18" charset="0"/>
              </a:rPr>
              <a:t>ii) Predicted Image using Hardware              iii) Predicted Image using Software</a:t>
            </a:r>
          </a:p>
        </p:txBody>
      </p:sp>
      <p:sp>
        <p:nvSpPr>
          <p:cNvPr id="10" name="TextBox 9">
            <a:extLst>
              <a:ext uri="{FF2B5EF4-FFF2-40B4-BE49-F238E27FC236}">
                <a16:creationId xmlns:a16="http://schemas.microsoft.com/office/drawing/2014/main" id="{F0CFC61E-EC65-ABB7-2262-9828D1DF244A}"/>
              </a:ext>
            </a:extLst>
          </p:cNvPr>
          <p:cNvSpPr txBox="1"/>
          <p:nvPr/>
        </p:nvSpPr>
        <p:spPr>
          <a:xfrm>
            <a:off x="3620247" y="6288081"/>
            <a:ext cx="10857753" cy="461665"/>
          </a:xfrm>
          <a:prstGeom prst="rect">
            <a:avLst/>
          </a:prstGeom>
          <a:noFill/>
        </p:spPr>
        <p:txBody>
          <a:bodyPr wrap="square">
            <a:spAutoFit/>
          </a:bodyPr>
          <a:lstStyle/>
          <a:p>
            <a:r>
              <a:rPr lang="en-IN" sz="2400" dirty="0">
                <a:solidFill>
                  <a:schemeClr val="bg2">
                    <a:lumMod val="25000"/>
                  </a:schemeClr>
                </a:solidFill>
                <a:effectLst/>
                <a:latin typeface="Georgia Pro Condensed" panose="020B0604020202020204" charset="0"/>
                <a:ea typeface="Calibri" panose="020F0502020204030204" pitchFamily="34" charset="0"/>
              </a:rPr>
              <a:t>Figure 6.3 : Original and Predicted Images of dimension (292x153)(Morning Dataset)</a:t>
            </a:r>
            <a:endParaRPr lang="en-IN" sz="2400" dirty="0">
              <a:solidFill>
                <a:schemeClr val="bg2">
                  <a:lumMod val="25000"/>
                </a:schemeClr>
              </a:solidFill>
              <a:latin typeface="Georgia Pro Condensed" panose="020B0604020202020204" charset="0"/>
            </a:endParaRPr>
          </a:p>
        </p:txBody>
      </p:sp>
      <p:sp>
        <p:nvSpPr>
          <p:cNvPr id="12" name="TextBox 11">
            <a:extLst>
              <a:ext uri="{FF2B5EF4-FFF2-40B4-BE49-F238E27FC236}">
                <a16:creationId xmlns:a16="http://schemas.microsoft.com/office/drawing/2014/main" id="{C1CCAE13-A72E-B3F4-9402-DB83C86CDC2A}"/>
              </a:ext>
            </a:extLst>
          </p:cNvPr>
          <p:cNvSpPr txBox="1"/>
          <p:nvPr/>
        </p:nvSpPr>
        <p:spPr>
          <a:xfrm>
            <a:off x="5181600" y="6899262"/>
            <a:ext cx="9144000" cy="1938992"/>
          </a:xfrm>
          <a:prstGeom prst="rect">
            <a:avLst/>
          </a:prstGeom>
          <a:noFill/>
        </p:spPr>
        <p:txBody>
          <a:bodyPr wrap="square">
            <a:spAutoFit/>
          </a:bodyPr>
          <a:lstStyle/>
          <a:p>
            <a:r>
              <a:rPr lang="en-US" sz="2400" dirty="0">
                <a:solidFill>
                  <a:schemeClr val="tx1">
                    <a:lumMod val="95000"/>
                    <a:lumOff val="5000"/>
                  </a:schemeClr>
                </a:solidFill>
                <a:latin typeface="Georgia Pro Condensed" panose="020B0604020202020204" charset="0"/>
              </a:rPr>
              <a:t>PSNR: 51.14 dB</a:t>
            </a:r>
          </a:p>
          <a:p>
            <a:r>
              <a:rPr lang="en-US" sz="2400" dirty="0">
                <a:solidFill>
                  <a:schemeClr val="tx1">
                    <a:lumMod val="95000"/>
                    <a:lumOff val="5000"/>
                  </a:schemeClr>
                </a:solidFill>
                <a:latin typeface="Georgia Pro Condensed" panose="020B0604020202020204" charset="0"/>
              </a:rPr>
              <a:t>SSIM: 0.9978 </a:t>
            </a:r>
          </a:p>
          <a:p>
            <a:r>
              <a:rPr lang="en-US" sz="2400" dirty="0">
                <a:solidFill>
                  <a:schemeClr val="tx1">
                    <a:lumMod val="95000"/>
                    <a:lumOff val="5000"/>
                  </a:schemeClr>
                </a:solidFill>
                <a:latin typeface="Georgia Pro Condensed" panose="020B0604020202020204" charset="0"/>
              </a:rPr>
              <a:t>EKI  (Edge Keeping Index): 0.9999 </a:t>
            </a:r>
          </a:p>
          <a:p>
            <a:r>
              <a:rPr lang="en-US" sz="2400" dirty="0">
                <a:solidFill>
                  <a:schemeClr val="tx1">
                    <a:lumMod val="95000"/>
                    <a:lumOff val="5000"/>
                  </a:schemeClr>
                </a:solidFill>
                <a:latin typeface="Georgia Pro Condensed" panose="020B0604020202020204" charset="0"/>
              </a:rPr>
              <a:t>Correlation Coefficient: 1.0000 (1 = perfect correlation)</a:t>
            </a:r>
          </a:p>
          <a:p>
            <a:r>
              <a:rPr lang="en-US" sz="2400" dirty="0">
                <a:solidFill>
                  <a:schemeClr val="tx1">
                    <a:lumMod val="95000"/>
                    <a:lumOff val="5000"/>
                  </a:schemeClr>
                </a:solidFill>
                <a:latin typeface="Georgia Pro Condensed" panose="020B0604020202020204" charset="0"/>
              </a:rPr>
              <a:t>Pixel-wise Similarity: 99.8%</a:t>
            </a:r>
          </a:p>
        </p:txBody>
      </p:sp>
      <p:sp>
        <p:nvSpPr>
          <p:cNvPr id="14" name="TextBox 13">
            <a:extLst>
              <a:ext uri="{FF2B5EF4-FFF2-40B4-BE49-F238E27FC236}">
                <a16:creationId xmlns:a16="http://schemas.microsoft.com/office/drawing/2014/main" id="{2F89E564-F4FE-3F90-593E-F479306A850B}"/>
              </a:ext>
            </a:extLst>
          </p:cNvPr>
          <p:cNvSpPr txBox="1"/>
          <p:nvPr/>
        </p:nvSpPr>
        <p:spPr>
          <a:xfrm>
            <a:off x="6324600" y="1202962"/>
            <a:ext cx="9144000" cy="923330"/>
          </a:xfrm>
          <a:prstGeom prst="rect">
            <a:avLst/>
          </a:prstGeom>
          <a:noFill/>
        </p:spPr>
        <p:txBody>
          <a:bodyPr wrap="square">
            <a:spAutoFit/>
          </a:bodyPr>
          <a:lstStyle/>
          <a:p>
            <a:r>
              <a:rPr lang="en-IN" sz="5400" b="1" dirty="0">
                <a:solidFill>
                  <a:srgbClr val="7030A0"/>
                </a:solidFill>
                <a:effectLst/>
                <a:latin typeface="Georgia Pro Condensed" panose="020B0604020202020204" charset="0"/>
                <a:ea typeface="Calibri" panose="020F0502020204030204" pitchFamily="34" charset="0"/>
              </a:rPr>
              <a:t> Morning Dataset</a:t>
            </a:r>
            <a:endParaRPr lang="en-IN" sz="5400" b="1" dirty="0">
              <a:solidFill>
                <a:srgbClr val="7030A0"/>
              </a:solidFill>
            </a:endParaRPr>
          </a:p>
        </p:txBody>
      </p:sp>
      <p:sp>
        <p:nvSpPr>
          <p:cNvPr id="6" name="TextBox 5">
            <a:extLst>
              <a:ext uri="{FF2B5EF4-FFF2-40B4-BE49-F238E27FC236}">
                <a16:creationId xmlns:a16="http://schemas.microsoft.com/office/drawing/2014/main" id="{9730861B-7E2C-BA28-4455-718672619910}"/>
              </a:ext>
            </a:extLst>
          </p:cNvPr>
          <p:cNvSpPr txBox="1"/>
          <p:nvPr/>
        </p:nvSpPr>
        <p:spPr>
          <a:xfrm>
            <a:off x="4477123" y="9084038"/>
            <a:ext cx="9144000" cy="523220"/>
          </a:xfrm>
          <a:prstGeom prst="rect">
            <a:avLst/>
          </a:prstGeom>
          <a:noFill/>
        </p:spPr>
        <p:txBody>
          <a:bodyPr wrap="square">
            <a:spAutoFit/>
          </a:bodyPr>
          <a:lstStyle/>
          <a:p>
            <a:r>
              <a:rPr lang="en-IN" sz="2800" dirty="0">
                <a:solidFill>
                  <a:schemeClr val="accent1">
                    <a:lumMod val="50000"/>
                  </a:schemeClr>
                </a:solidFill>
                <a:latin typeface="Georgia Pro Condensed" panose="020B0604020202020204" charset="0"/>
              </a:rPr>
              <a:t>Overall:    PSNR = 51.57  ,    SSIM = 0.9988   ,   EKI = 0.9999</a:t>
            </a:r>
          </a:p>
        </p:txBody>
      </p:sp>
    </p:spTree>
    <p:extLst>
      <p:ext uri="{BB962C8B-B14F-4D97-AF65-F5344CB8AC3E}">
        <p14:creationId xmlns:p14="http://schemas.microsoft.com/office/powerpoint/2010/main" val="27853259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329581-D034-489C-C79B-41251BD5341B}"/>
              </a:ext>
            </a:extLst>
          </p:cNvPr>
          <p:cNvSpPr txBox="1"/>
          <p:nvPr/>
        </p:nvSpPr>
        <p:spPr>
          <a:xfrm>
            <a:off x="838200" y="1485900"/>
            <a:ext cx="16230600" cy="2283638"/>
          </a:xfrm>
          <a:prstGeom prst="rect">
            <a:avLst/>
          </a:prstGeom>
          <a:noFill/>
        </p:spPr>
        <p:txBody>
          <a:bodyPr wrap="square">
            <a:spAutoFit/>
          </a:bodyPr>
          <a:lstStyle/>
          <a:p>
            <a:pPr>
              <a:lnSpc>
                <a:spcPct val="115000"/>
              </a:lnSpc>
              <a:spcAft>
                <a:spcPts val="800"/>
              </a:spcAft>
              <a:buNone/>
            </a:pPr>
            <a:r>
              <a:rPr lang="en-IN" sz="2400" b="1" kern="100" dirty="0">
                <a:solidFill>
                  <a:schemeClr val="tx1">
                    <a:lumMod val="95000"/>
                    <a:lumOff val="5000"/>
                  </a:schemeClr>
                </a:solidFill>
                <a:effectLst/>
                <a:latin typeface="Georgia Pro Condensed" panose="020B0604020202020204" charset="0"/>
                <a:ea typeface="Calibri" panose="020F0502020204030204" pitchFamily="34" charset="0"/>
                <a:cs typeface="Times New Roman" panose="02020603050405020304" pitchFamily="18" charset="0"/>
              </a:rPr>
              <a:t>a.)FPGA Implementation:</a:t>
            </a:r>
            <a:endParaRPr lang="en-IN" sz="2400" kern="100" dirty="0">
              <a:solidFill>
                <a:schemeClr val="tx1">
                  <a:lumMod val="95000"/>
                  <a:lumOff val="5000"/>
                </a:schemeClr>
              </a:solidFill>
              <a:effectLst/>
              <a:latin typeface="Georgia Pro Condensed" panose="020B0604020202020204" charset="0"/>
              <a:ea typeface="Calibri" panose="020F0502020204030204" pitchFamily="34" charset="0"/>
              <a:cs typeface="Times New Roman" panose="02020603050405020304" pitchFamily="18" charset="0"/>
            </a:endParaRPr>
          </a:p>
          <a:p>
            <a:pPr>
              <a:lnSpc>
                <a:spcPct val="115000"/>
              </a:lnSpc>
              <a:spcAft>
                <a:spcPts val="800"/>
              </a:spcAft>
              <a:buNone/>
            </a:pPr>
            <a:r>
              <a:rPr lang="en-IN" sz="2400" kern="100" dirty="0">
                <a:solidFill>
                  <a:schemeClr val="tx1">
                    <a:lumMod val="95000"/>
                    <a:lumOff val="5000"/>
                  </a:schemeClr>
                </a:solidFill>
                <a:effectLst/>
                <a:latin typeface="Georgia Pro Condensed" panose="020B0604020202020204" charset="0"/>
                <a:ea typeface="Calibri" panose="020F0502020204030204" pitchFamily="34" charset="0"/>
                <a:cs typeface="Times New Roman" panose="02020603050405020304" pitchFamily="18" charset="0"/>
              </a:rPr>
              <a:t> The Adaptive Golomb-Rice encoder was synthesised and implemented on a Xilinx FPGA (xc7s50csga324-1). The resource utilisation shows that the design occupies 1,364 LUTs (4.18%), 1,301 flip-flops (2.00%), 154 IO pins (73.33%), and 1 BUFG (3.13%) of the available device resources. Notably, the encoder requires no dedicated BRAM blocks, as all encoding operations are performed through combinational logic and registers alone.</a:t>
            </a:r>
          </a:p>
        </p:txBody>
      </p:sp>
      <p:sp>
        <p:nvSpPr>
          <p:cNvPr id="5" name="TextBox 4">
            <a:extLst>
              <a:ext uri="{FF2B5EF4-FFF2-40B4-BE49-F238E27FC236}">
                <a16:creationId xmlns:a16="http://schemas.microsoft.com/office/drawing/2014/main" id="{A2C1ABDF-4F0B-D99D-1060-911C9BE14462}"/>
              </a:ext>
            </a:extLst>
          </p:cNvPr>
          <p:cNvSpPr txBox="1"/>
          <p:nvPr/>
        </p:nvSpPr>
        <p:spPr>
          <a:xfrm>
            <a:off x="838200" y="495300"/>
            <a:ext cx="9144000" cy="755400"/>
          </a:xfrm>
          <a:prstGeom prst="rect">
            <a:avLst/>
          </a:prstGeom>
          <a:noFill/>
        </p:spPr>
        <p:txBody>
          <a:bodyPr wrap="square">
            <a:spAutoFit/>
          </a:bodyPr>
          <a:lstStyle/>
          <a:p>
            <a:pPr>
              <a:lnSpc>
                <a:spcPct val="115000"/>
              </a:lnSpc>
              <a:spcAft>
                <a:spcPts val="800"/>
              </a:spcAft>
              <a:buNone/>
            </a:pPr>
            <a:r>
              <a:rPr lang="en-IN" sz="4000" b="1" kern="100" dirty="0">
                <a:solidFill>
                  <a:srgbClr val="7030A0"/>
                </a:solidFill>
                <a:effectLst/>
                <a:latin typeface="Georgia Pro Condensed" panose="020B0604020202020204" charset="0"/>
                <a:ea typeface="Calibri" panose="020F0502020204030204" pitchFamily="34" charset="0"/>
                <a:cs typeface="Times New Roman" panose="02020603050405020304" pitchFamily="18" charset="0"/>
              </a:rPr>
              <a:t>Adaptive Golomb Rice Encoding: </a:t>
            </a:r>
            <a:endParaRPr lang="en-IN" sz="4000" kern="100" dirty="0">
              <a:solidFill>
                <a:srgbClr val="7030A0"/>
              </a:solidFill>
              <a:effectLst/>
              <a:latin typeface="Georgia Pro Condensed" panose="020B060402020202020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5902154B-BB35-462D-5913-E31796B7FC4E}"/>
              </a:ext>
            </a:extLst>
          </p:cNvPr>
          <p:cNvPicPr>
            <a:picLocks noChangeAspect="1"/>
          </p:cNvPicPr>
          <p:nvPr/>
        </p:nvPicPr>
        <p:blipFill>
          <a:blip r:embed="rId2"/>
          <a:stretch>
            <a:fillRect/>
          </a:stretch>
        </p:blipFill>
        <p:spPr>
          <a:xfrm>
            <a:off x="4000500" y="3799365"/>
            <a:ext cx="9906000" cy="5564305"/>
          </a:xfrm>
          <a:prstGeom prst="rect">
            <a:avLst/>
          </a:prstGeom>
        </p:spPr>
      </p:pic>
      <p:sp>
        <p:nvSpPr>
          <p:cNvPr id="8" name="TextBox 7">
            <a:extLst>
              <a:ext uri="{FF2B5EF4-FFF2-40B4-BE49-F238E27FC236}">
                <a16:creationId xmlns:a16="http://schemas.microsoft.com/office/drawing/2014/main" id="{03A3AE2A-AB19-3479-DA38-D455FB51CBF2}"/>
              </a:ext>
            </a:extLst>
          </p:cNvPr>
          <p:cNvSpPr txBox="1"/>
          <p:nvPr/>
        </p:nvSpPr>
        <p:spPr>
          <a:xfrm>
            <a:off x="381000" y="9258300"/>
            <a:ext cx="17754600" cy="707886"/>
          </a:xfrm>
          <a:prstGeom prst="rect">
            <a:avLst/>
          </a:prstGeom>
          <a:noFill/>
        </p:spPr>
        <p:txBody>
          <a:bodyPr wrap="square">
            <a:spAutoFit/>
          </a:bodyPr>
          <a:lstStyle/>
          <a:p>
            <a:r>
              <a:rPr lang="en-IN" sz="2000" dirty="0">
                <a:solidFill>
                  <a:schemeClr val="tx1">
                    <a:lumMod val="95000"/>
                    <a:lumOff val="5000"/>
                  </a:schemeClr>
                </a:solidFill>
                <a:effectLst/>
                <a:latin typeface="Georgia Pro Condensed" panose="020B0604020202020204" charset="0"/>
                <a:ea typeface="Calibri" panose="020F0502020204030204" pitchFamily="34" charset="0"/>
              </a:rPr>
              <a:t>Figure 7: Behavioural Simulation verification of the Adaptive Golomb-Rice encoder. The waveform displays the input residual (</a:t>
            </a:r>
            <a:r>
              <a:rPr lang="en-IN" sz="2000" dirty="0" err="1">
                <a:solidFill>
                  <a:schemeClr val="tx1">
                    <a:lumMod val="95000"/>
                    <a:lumOff val="5000"/>
                  </a:schemeClr>
                </a:solidFill>
                <a:effectLst/>
                <a:latin typeface="Georgia Pro Condensed" panose="020B0604020202020204" charset="0"/>
                <a:ea typeface="Calibri" panose="020F0502020204030204" pitchFamily="34" charset="0"/>
              </a:rPr>
              <a:t>residual_in</a:t>
            </a:r>
            <a:r>
              <a:rPr lang="en-IN" sz="2000" dirty="0">
                <a:solidFill>
                  <a:schemeClr val="tx1">
                    <a:lumMod val="95000"/>
                    <a:lumOff val="5000"/>
                  </a:schemeClr>
                </a:solidFill>
                <a:effectLst/>
                <a:latin typeface="Georgia Pro Condensed" panose="020B0604020202020204" charset="0"/>
                <a:ea typeface="Calibri" panose="020F0502020204030204" pitchFamily="34" charset="0"/>
              </a:rPr>
              <a:t>), mapped value (</a:t>
            </a:r>
            <a:r>
              <a:rPr lang="en-IN" sz="2000" dirty="0" err="1">
                <a:solidFill>
                  <a:schemeClr val="tx1">
                    <a:lumMod val="95000"/>
                    <a:lumOff val="5000"/>
                  </a:schemeClr>
                </a:solidFill>
                <a:effectLst/>
                <a:latin typeface="Georgia Pro Condensed" panose="020B0604020202020204" charset="0"/>
                <a:ea typeface="Calibri" panose="020F0502020204030204" pitchFamily="34" charset="0"/>
              </a:rPr>
              <a:t>mapped_out</a:t>
            </a:r>
            <a:r>
              <a:rPr lang="en-IN" sz="2000" dirty="0">
                <a:solidFill>
                  <a:schemeClr val="tx1">
                    <a:lumMod val="95000"/>
                    <a:lumOff val="5000"/>
                  </a:schemeClr>
                </a:solidFill>
                <a:effectLst/>
                <a:latin typeface="Georgia Pro Condensed" panose="020B0604020202020204" charset="0"/>
                <a:ea typeface="Calibri" panose="020F0502020204030204" pitchFamily="34" charset="0"/>
              </a:rPr>
              <a:t>), generated codeword (codeword), and code length (</a:t>
            </a:r>
            <a:r>
              <a:rPr lang="en-IN" sz="2000" dirty="0" err="1">
                <a:solidFill>
                  <a:schemeClr val="tx1">
                    <a:lumMod val="95000"/>
                    <a:lumOff val="5000"/>
                  </a:schemeClr>
                </a:solidFill>
                <a:effectLst/>
                <a:latin typeface="Georgia Pro Condensed" panose="020B0604020202020204" charset="0"/>
                <a:ea typeface="Calibri" panose="020F0502020204030204" pitchFamily="34" charset="0"/>
              </a:rPr>
              <a:t>code_len</a:t>
            </a:r>
            <a:r>
              <a:rPr lang="en-IN" sz="2000" dirty="0">
                <a:solidFill>
                  <a:schemeClr val="tx1">
                    <a:lumMod val="95000"/>
                    <a:lumOff val="5000"/>
                  </a:schemeClr>
                </a:solidFill>
                <a:effectLst/>
                <a:latin typeface="Georgia Pro Condensed" panose="020B0604020202020204" charset="0"/>
                <a:ea typeface="Calibri" panose="020F0502020204030204" pitchFamily="34" charset="0"/>
              </a:rPr>
              <a:t>) over time.</a:t>
            </a:r>
            <a:endParaRPr lang="en-IN" sz="2000" dirty="0">
              <a:solidFill>
                <a:schemeClr val="tx1">
                  <a:lumMod val="95000"/>
                  <a:lumOff val="5000"/>
                </a:schemeClr>
              </a:solidFill>
              <a:latin typeface="Georgia Pro Condensed" panose="020B0604020202020204" charset="0"/>
            </a:endParaRPr>
          </a:p>
        </p:txBody>
      </p:sp>
    </p:spTree>
    <p:extLst>
      <p:ext uri="{BB962C8B-B14F-4D97-AF65-F5344CB8AC3E}">
        <p14:creationId xmlns:p14="http://schemas.microsoft.com/office/powerpoint/2010/main" val="5917631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138F893-8B95-148D-1E28-417C9A15B036}"/>
                  </a:ext>
                </a:extLst>
              </p:cNvPr>
              <p:cNvSpPr txBox="1"/>
              <p:nvPr/>
            </p:nvSpPr>
            <p:spPr>
              <a:xfrm>
                <a:off x="1143000" y="1866900"/>
                <a:ext cx="16459200" cy="2283638"/>
              </a:xfrm>
              <a:prstGeom prst="rect">
                <a:avLst/>
              </a:prstGeom>
              <a:noFill/>
            </p:spPr>
            <p:txBody>
              <a:bodyPr wrap="square">
                <a:spAutoFit/>
              </a:bodyPr>
              <a:lstStyle/>
              <a:p>
                <a:pPr>
                  <a:lnSpc>
                    <a:spcPct val="115000"/>
                  </a:lnSpc>
                  <a:spcAft>
                    <a:spcPts val="800"/>
                  </a:spcAft>
                  <a:buNone/>
                </a:pPr>
                <a:r>
                  <a:rPr lang="en-IN" sz="2400" b="1" kern="100" dirty="0">
                    <a:effectLst/>
                    <a:latin typeface="Georgia Pro Condensed" panose="020B0604020202020204" charset="0"/>
                    <a:ea typeface="Calibri" panose="020F0502020204030204" pitchFamily="34" charset="0"/>
                    <a:cs typeface="Times New Roman" panose="02020603050405020304" pitchFamily="18" charset="0"/>
                  </a:rPr>
                  <a:t>b.) ASIC Implementation:</a:t>
                </a:r>
                <a:r>
                  <a:rPr lang="en-IN" sz="2400" kern="100" dirty="0">
                    <a:effectLst/>
                    <a:latin typeface="Georgia Pro Condensed" panose="020B0604020202020204" charset="0"/>
                    <a:ea typeface="Calibri" panose="020F0502020204030204" pitchFamily="34" charset="0"/>
                    <a:cs typeface="Times New Roman" panose="02020603050405020304" pitchFamily="18" charset="0"/>
                  </a:rPr>
                  <a:t> Synopsys Synthesis (TSMC 130nm): </a:t>
                </a:r>
              </a:p>
              <a:p>
                <a:pPr>
                  <a:lnSpc>
                    <a:spcPct val="115000"/>
                  </a:lnSpc>
                  <a:spcAft>
                    <a:spcPts val="800"/>
                  </a:spcAft>
                  <a:buNone/>
                </a:pPr>
                <a:r>
                  <a:rPr lang="en-IN" sz="2400" kern="100" dirty="0">
                    <a:effectLst/>
                    <a:latin typeface="Georgia Pro Condensed" panose="020B0604020202020204" charset="0"/>
                    <a:ea typeface="Calibri" panose="020F0502020204030204" pitchFamily="34" charset="0"/>
                    <a:cs typeface="Times New Roman" panose="02020603050405020304" pitchFamily="18" charset="0"/>
                  </a:rPr>
                  <a:t>The hardware of the proposed </a:t>
                </a:r>
                <a:r>
                  <a:rPr lang="en-IN" sz="2400" dirty="0">
                    <a:latin typeface="Georgia Pro Condensed" panose="020B0604020202020204" charset="0"/>
                    <a:ea typeface="Calibri" panose="020F0502020204030204" pitchFamily="34" charset="0"/>
                  </a:rPr>
                  <a:t>Adaptive Golomb-Rice encoder</a:t>
                </a:r>
                <a:r>
                  <a:rPr lang="en-IN" sz="2400" dirty="0">
                    <a:latin typeface="Times New Roman" panose="02020603050405020304" pitchFamily="18" charset="0"/>
                    <a:ea typeface="Calibri" panose="020F0502020204030204" pitchFamily="34" charset="0"/>
                  </a:rPr>
                  <a:t> </a:t>
                </a:r>
                <a:r>
                  <a:rPr lang="en-IN" sz="2400" kern="100" dirty="0">
                    <a:effectLst/>
                    <a:latin typeface="Georgia Pro Condensed" panose="020B0604020202020204" charset="0"/>
                    <a:ea typeface="Calibri" panose="020F0502020204030204" pitchFamily="34" charset="0"/>
                    <a:cs typeface="Times New Roman" panose="02020603050405020304" pitchFamily="18" charset="0"/>
                  </a:rPr>
                  <a:t>architecture is implemented using the TSMC 130nm technology node (cb13fs120). The synthesised gate-level netlist was generated through the Synopsys Design Vision tool .The design operates at a supply voltage of 1.2V. The evaluated total dynamic power consumption of the proposed architecture is </a:t>
                </a:r>
                <a:r>
                  <a:rPr lang="en-IN" sz="2400" kern="100" dirty="0">
                    <a:latin typeface="Georgia Pro Condensed" panose="020B0604020202020204" charset="0"/>
                    <a:ea typeface="Calibri" panose="020F0502020204030204" pitchFamily="34" charset="0"/>
                    <a:cs typeface="Times New Roman" panose="02020603050405020304" pitchFamily="18" charset="0"/>
                  </a:rPr>
                  <a:t>0.85</a:t>
                </a:r>
                <a:r>
                  <a:rPr lang="en-IN" sz="2400" kern="100" dirty="0">
                    <a:effectLst/>
                    <a:latin typeface="Georgia Pro Condensed" panose="020B0604020202020204" charset="0"/>
                    <a:ea typeface="Calibri" panose="020F0502020204030204" pitchFamily="34" charset="0"/>
                    <a:cs typeface="Times New Roman" panose="02020603050405020304" pitchFamily="18" charset="0"/>
                  </a:rPr>
                  <a:t>μW, dominated entirely by net switching power. The net interconnect area of the design is </a:t>
                </a:r>
                <a:r>
                  <a:rPr lang="en-IN" sz="2400" kern="100" dirty="0">
                    <a:latin typeface="Georgia Pro Condensed" panose="020B0604020202020204" charset="0"/>
                    <a:ea typeface="Calibri" panose="020F0502020204030204" pitchFamily="34" charset="0"/>
                    <a:cs typeface="Times New Roman" panose="02020603050405020304" pitchFamily="18" charset="0"/>
                  </a:rPr>
                  <a:t>0.86</a:t>
                </a:r>
                <a:r>
                  <a:rPr lang="en-IN" sz="2400" kern="100" dirty="0">
                    <a:effectLst/>
                    <a:latin typeface="Georgia Pro Condensed" panose="020B0604020202020204" charset="0"/>
                    <a:ea typeface="Calibri" panose="020F0502020204030204" pitchFamily="34" charset="0"/>
                    <a:cs typeface="Times New Roman" panose="02020603050405020304" pitchFamily="18" charset="0"/>
                  </a:rPr>
                  <a:t> </a:t>
                </a:r>
                <a14:m>
                  <m:oMath xmlns:m="http://schemas.openxmlformats.org/officeDocument/2006/math">
                    <m:r>
                      <a:rPr lang="en-IN" sz="2400" i="1" kern="100">
                        <a:latin typeface="Cambria Math" panose="02040503050406030204" pitchFamily="18" charset="0"/>
                      </a:rPr>
                      <m:t>𝜇</m:t>
                    </m:r>
                    <m:sSup>
                      <m:sSupPr>
                        <m:ctrlPr>
                          <a:rPr lang="en-IN" sz="2400" i="1" kern="100">
                            <a:latin typeface="Cambria Math" panose="02040503050406030204" pitchFamily="18" charset="0"/>
                          </a:rPr>
                        </m:ctrlPr>
                      </m:sSupPr>
                      <m:e>
                        <m:r>
                          <a:rPr lang="en-IN" sz="2400" i="1" kern="100">
                            <a:latin typeface="Cambria Math" panose="02040503050406030204" pitchFamily="18" charset="0"/>
                          </a:rPr>
                          <m:t>𝑚</m:t>
                        </m:r>
                      </m:e>
                      <m:sup>
                        <m:r>
                          <a:rPr lang="en-IN" sz="2400" kern="100">
                            <a:latin typeface="Cambria Math" panose="02040503050406030204" pitchFamily="18" charset="0"/>
                          </a:rPr>
                          <m:t>2</m:t>
                        </m:r>
                      </m:sup>
                    </m:sSup>
                    <m:r>
                      <a:rPr lang="en-IN" sz="2400" i="1" kern="100">
                        <a:latin typeface="Cambria Math" panose="02040503050406030204" pitchFamily="18" charset="0"/>
                      </a:rPr>
                      <m:t> </m:t>
                    </m:r>
                  </m:oMath>
                </a14:m>
                <a:r>
                  <a:rPr lang="en-IN" sz="2400" kern="100" dirty="0">
                    <a:effectLst/>
                    <a:latin typeface="Georgia Pro Condensed" panose="020B0604020202020204" charset="0"/>
                    <a:ea typeface="Calibri" panose="020F0502020204030204" pitchFamily="34" charset="0"/>
                    <a:cs typeface="Times New Roman" panose="02020603050405020304" pitchFamily="18" charset="0"/>
                  </a:rPr>
                  <a:t>area units.</a:t>
                </a:r>
              </a:p>
            </p:txBody>
          </p:sp>
        </mc:Choice>
        <mc:Fallback xmlns="">
          <p:sp>
            <p:nvSpPr>
              <p:cNvPr id="5" name="TextBox 4">
                <a:extLst>
                  <a:ext uri="{FF2B5EF4-FFF2-40B4-BE49-F238E27FC236}">
                    <a16:creationId xmlns:a16="http://schemas.microsoft.com/office/drawing/2014/main" id="{D138F893-8B95-148D-1E28-417C9A15B036}"/>
                  </a:ext>
                </a:extLst>
              </p:cNvPr>
              <p:cNvSpPr txBox="1">
                <a:spLocks noRot="1" noChangeAspect="1" noMove="1" noResize="1" noEditPoints="1" noAdjustHandles="1" noChangeArrowheads="1" noChangeShapeType="1" noTextEdit="1"/>
              </p:cNvSpPr>
              <p:nvPr/>
            </p:nvSpPr>
            <p:spPr>
              <a:xfrm>
                <a:off x="1143000" y="1866900"/>
                <a:ext cx="16459200" cy="2283638"/>
              </a:xfrm>
              <a:prstGeom prst="rect">
                <a:avLst/>
              </a:prstGeom>
              <a:blipFill>
                <a:blip r:embed="rId2"/>
                <a:stretch>
                  <a:fillRect l="-593" t="-1067" r="-296" b="-5067"/>
                </a:stretch>
              </a:blipFill>
            </p:spPr>
            <p:txBody>
              <a:bodyPr/>
              <a:lstStyle/>
              <a:p>
                <a:r>
                  <a:rPr lang="en-IN">
                    <a:noFill/>
                  </a:rPr>
                  <a:t> </a:t>
                </a:r>
              </a:p>
            </p:txBody>
          </p:sp>
        </mc:Fallback>
      </mc:AlternateContent>
    </p:spTree>
    <p:extLst>
      <p:ext uri="{BB962C8B-B14F-4D97-AF65-F5344CB8AC3E}">
        <p14:creationId xmlns:p14="http://schemas.microsoft.com/office/powerpoint/2010/main" val="29956086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1752599" y="952500"/>
            <a:ext cx="15620999" cy="1410643"/>
          </a:xfrm>
          <a:prstGeom prst="rect">
            <a:avLst/>
          </a:prstGeom>
        </p:spPr>
        <p:txBody>
          <a:bodyPr wrap="square" lIns="0" tIns="0" rIns="0" bIns="0" rtlCol="0" anchor="t">
            <a:spAutoFit/>
          </a:bodyPr>
          <a:lstStyle/>
          <a:p>
            <a:pPr marL="0" lvl="0" indent="0" algn="l">
              <a:lnSpc>
                <a:spcPts val="10966"/>
              </a:lnSpc>
            </a:pPr>
            <a:r>
              <a:rPr lang="en-US" sz="10966" spc="-383" dirty="0">
                <a:solidFill>
                  <a:srgbClr val="7030A0"/>
                </a:solidFill>
                <a:latin typeface="Georgia Pro Condensed"/>
                <a:ea typeface="Georgia Pro Condensed"/>
                <a:cs typeface="Georgia Pro Condensed"/>
                <a:sym typeface="Georgia Pro Condensed"/>
              </a:rPr>
              <a:t>Conclusion  and Future work</a:t>
            </a:r>
          </a:p>
        </p:txBody>
      </p:sp>
      <p:sp>
        <p:nvSpPr>
          <p:cNvPr id="7" name="Rectangle 1">
            <a:extLst>
              <a:ext uri="{FF2B5EF4-FFF2-40B4-BE49-F238E27FC236}">
                <a16:creationId xmlns:a16="http://schemas.microsoft.com/office/drawing/2014/main" id="{034DC85F-C9EC-1E57-F646-D90C74D4250A}"/>
              </a:ext>
            </a:extLst>
          </p:cNvPr>
          <p:cNvSpPr>
            <a:spLocks noChangeArrowheads="1"/>
          </p:cNvSpPr>
          <p:nvPr/>
        </p:nvSpPr>
        <p:spPr bwMode="auto">
          <a:xfrm>
            <a:off x="1676400" y="3176946"/>
            <a:ext cx="15697199"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eaLnBrk="0" fontAlgn="base" hangingPunct="0">
              <a:spcBef>
                <a:spcPct val="0"/>
              </a:spcBef>
              <a:spcAft>
                <a:spcPct val="0"/>
              </a:spcAft>
              <a:buFont typeface="Wingdings" panose="05000000000000000000" pitchFamily="2" charset="2"/>
              <a:buChar char="§"/>
            </a:pPr>
            <a:r>
              <a:rPr lang="en-IN" sz="2400" dirty="0">
                <a:latin typeface="Georgia Pro Condensed" panose="020B0604020202020204" charset="0"/>
              </a:rPr>
              <a:t>A hardware-friendly lossless compression framework was successfully implemented in Verilog, comprising a 4-neighbour causal spatial predictor and an Adaptive Golomb-Rice entropy encoder. Hardware-software comparison confirmed excellent prediction accuracy — PSNR of 52.13 dB, SSIM of 0.9993, EKI of 0.9999, correlation of 1.0000, and 99.8% pixel-wise similarity — with minor deviation attributed to integer truncation in hardware. </a:t>
            </a:r>
          </a:p>
          <a:p>
            <a:pPr lvl="0" eaLnBrk="0" fontAlgn="base" hangingPunct="0">
              <a:spcBef>
                <a:spcPct val="0"/>
              </a:spcBef>
              <a:spcAft>
                <a:spcPct val="0"/>
              </a:spcAft>
            </a:pPr>
            <a:endParaRPr lang="en-IN" sz="2400" dirty="0">
              <a:latin typeface="Georgia Pro Condensed" panose="020B0604020202020204" charset="0"/>
            </a:endParaRPr>
          </a:p>
          <a:p>
            <a:pPr marL="457200" lvl="0" indent="-457200" eaLnBrk="0" fontAlgn="base" hangingPunct="0">
              <a:spcBef>
                <a:spcPct val="0"/>
              </a:spcBef>
              <a:spcAft>
                <a:spcPct val="0"/>
              </a:spcAft>
              <a:buFont typeface="Wingdings" panose="05000000000000000000" pitchFamily="2" charset="2"/>
              <a:buChar char="§"/>
            </a:pPr>
            <a:r>
              <a:rPr lang="en-IN" sz="2400" dirty="0">
                <a:latin typeface="Georgia Pro Condensed" panose="020B0604020202020204" charset="0"/>
              </a:rPr>
              <a:t>The AG-Rice encoder achieved 100% functional correctness. FPGA synthesis on the Xilinx xc7s50csga324-1 showed a compact encoder (1,364 LUTs) alongside a more resource-intensive spatial predictor (25,174 LUTs, 16 BRAMs), while TSMC 130 nm ASIC implementation consumed 1.68 </a:t>
            </a:r>
            <a:r>
              <a:rPr lang="el-GR" sz="2400" dirty="0">
                <a:latin typeface="Georgia Pro Condensed" panose="020B0604020202020204" charset="0"/>
              </a:rPr>
              <a:t>μ</a:t>
            </a:r>
            <a:r>
              <a:rPr lang="en-IN" sz="2400" dirty="0">
                <a:latin typeface="Georgia Pro Condensed" panose="020B0604020202020204" charset="0"/>
              </a:rPr>
              <a:t>W and 0.85 </a:t>
            </a:r>
            <a:r>
              <a:rPr lang="el-GR" sz="2400" dirty="0">
                <a:latin typeface="Georgia Pro Condensed" panose="020B0604020202020204" charset="0"/>
              </a:rPr>
              <a:t>μ</a:t>
            </a:r>
            <a:r>
              <a:rPr lang="en-IN" sz="2400" dirty="0">
                <a:latin typeface="Georgia Pro Condensed" panose="020B0604020202020204" charset="0"/>
              </a:rPr>
              <a:t>W respectively. </a:t>
            </a:r>
          </a:p>
          <a:p>
            <a:pPr lvl="0" eaLnBrk="0" fontAlgn="base" hangingPunct="0">
              <a:spcBef>
                <a:spcPct val="0"/>
              </a:spcBef>
              <a:spcAft>
                <a:spcPct val="0"/>
              </a:spcAft>
            </a:pPr>
            <a:endParaRPr lang="en-IN" sz="2400" dirty="0">
              <a:latin typeface="Georgia Pro Condensed" panose="020B0604020202020204" charset="0"/>
            </a:endParaRPr>
          </a:p>
          <a:p>
            <a:pPr marL="457200" lvl="0" indent="-457200" eaLnBrk="0" fontAlgn="base" hangingPunct="0">
              <a:spcBef>
                <a:spcPct val="0"/>
              </a:spcBef>
              <a:spcAft>
                <a:spcPct val="0"/>
              </a:spcAft>
              <a:buFont typeface="Wingdings" panose="05000000000000000000" pitchFamily="2" charset="2"/>
              <a:buChar char="§"/>
            </a:pPr>
            <a:r>
              <a:rPr lang="en-IN" sz="2400" dirty="0">
                <a:latin typeface="Georgia Pro Condensed" panose="020B0604020202020204" charset="0"/>
              </a:rPr>
              <a:t>For Future work, the implemented modules, namely the spatial predictor, predictor core, and Adaptive Golomb-Rice encoder, will be integrated with other additional modules to develop a complete lossless compression framework for hyperspectral image processing.</a:t>
            </a:r>
            <a:endParaRPr kumimoji="0" lang="en-US" altLang="en-US" sz="2400" b="0" i="0" u="none" strike="noStrike" cap="none" normalizeH="0" baseline="0" dirty="0">
              <a:ln>
                <a:noFill/>
              </a:ln>
              <a:effectLst/>
              <a:latin typeface="Georgia Pro Condensed" panose="020B060402020202020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txBox="1"/>
          <p:nvPr/>
        </p:nvSpPr>
        <p:spPr>
          <a:xfrm>
            <a:off x="5867400" y="985970"/>
            <a:ext cx="9316952" cy="1353619"/>
          </a:xfrm>
          <a:prstGeom prst="rect">
            <a:avLst/>
          </a:prstGeom>
        </p:spPr>
        <p:txBody>
          <a:bodyPr lIns="0" tIns="0" rIns="0" bIns="0" rtlCol="0" anchor="t">
            <a:spAutoFit/>
          </a:bodyPr>
          <a:lstStyle/>
          <a:p>
            <a:pPr marL="0" lvl="0" indent="0" algn="l">
              <a:lnSpc>
                <a:spcPts val="10167"/>
              </a:lnSpc>
            </a:pPr>
            <a:r>
              <a:rPr lang="en-US" sz="10167" spc="-355" dirty="0">
                <a:solidFill>
                  <a:srgbClr val="7030A0"/>
                </a:solidFill>
                <a:latin typeface="Georgia Pro Condensed"/>
                <a:ea typeface="Georgia Pro Condensed"/>
                <a:cs typeface="Georgia Pro Condensed"/>
                <a:sym typeface="Georgia Pro Condensed"/>
              </a:rPr>
              <a:t>References</a:t>
            </a:r>
          </a:p>
        </p:txBody>
      </p:sp>
      <p:sp>
        <p:nvSpPr>
          <p:cNvPr id="8" name="TextBox 7">
            <a:extLst>
              <a:ext uri="{FF2B5EF4-FFF2-40B4-BE49-F238E27FC236}">
                <a16:creationId xmlns:a16="http://schemas.microsoft.com/office/drawing/2014/main" id="{85D6EB8B-ED11-EE61-1C95-A9654A370BFB}"/>
              </a:ext>
            </a:extLst>
          </p:cNvPr>
          <p:cNvSpPr txBox="1"/>
          <p:nvPr/>
        </p:nvSpPr>
        <p:spPr>
          <a:xfrm>
            <a:off x="1143000" y="3314701"/>
            <a:ext cx="15849600" cy="5632311"/>
          </a:xfrm>
          <a:prstGeom prst="rect">
            <a:avLst/>
          </a:prstGeom>
          <a:noFill/>
        </p:spPr>
        <p:txBody>
          <a:bodyPr wrap="square">
            <a:spAutoFit/>
          </a:bodyPr>
          <a:lstStyle/>
          <a:p>
            <a:r>
              <a:rPr lang="it-IT" sz="2000" dirty="0">
                <a:latin typeface="Georgia Pro Condensed" panose="020B0604020202020204" charset="0"/>
              </a:rPr>
              <a:t>[1]   Image source: Canva AI, “AI-generated image,” Canva, 2026.</a:t>
            </a:r>
          </a:p>
          <a:p>
            <a:endParaRPr lang="it-IT" sz="2000" dirty="0">
              <a:latin typeface="Georgia Pro Condensed" panose="020B0604020202020204" charset="0"/>
            </a:endParaRPr>
          </a:p>
          <a:p>
            <a:r>
              <a:rPr lang="en-US" sz="2000" dirty="0">
                <a:latin typeface="Georgia Pro Condensed" panose="020B0604020202020204" charset="0"/>
              </a:rPr>
              <a:t>[2]   Image source: </a:t>
            </a:r>
            <a:r>
              <a:rPr lang="en-US" sz="2000" i="1" dirty="0">
                <a:latin typeface="Georgia Pro Condensed" panose="020B0604020202020204" charset="0"/>
              </a:rPr>
              <a:t>What is hyperspectral imaging?</a:t>
            </a:r>
            <a:r>
              <a:rPr lang="en-US" sz="2000" dirty="0">
                <a:latin typeface="Georgia Pro Condensed" panose="020B0604020202020204" charset="0"/>
              </a:rPr>
              <a:t> — </a:t>
            </a:r>
            <a:r>
              <a:rPr lang="en-US" sz="2000" dirty="0" err="1">
                <a:latin typeface="Georgia Pro Condensed" panose="020B0604020202020204" charset="0"/>
              </a:rPr>
              <a:t>Nireos</a:t>
            </a:r>
            <a:r>
              <a:rPr lang="en-US" sz="2000" dirty="0">
                <a:latin typeface="Georgia Pro Condensed" panose="020B0604020202020204" charset="0"/>
              </a:rPr>
              <a:t> (https://nireos.com/application/what-is-hyperspectral-imaging/)</a:t>
            </a:r>
          </a:p>
          <a:p>
            <a:endParaRPr lang="en-US" sz="2000" dirty="0">
              <a:latin typeface="Georgia Pro Condensed" panose="020B0604020202020204" charset="0"/>
            </a:endParaRPr>
          </a:p>
          <a:p>
            <a:r>
              <a:rPr lang="en-IN" sz="2000" dirty="0">
                <a:latin typeface="Georgia Pro Condensed" panose="020B0604020202020204" charset="0"/>
              </a:rPr>
              <a:t>[3]   X. Liu, H. Shan, Y. Zhao, K. Wei, and M. Wang, “Deep RGB-driven Learning Network for Unsupervised Hyperspectral Image Super-resolution,” in </a:t>
            </a:r>
            <a:r>
              <a:rPr lang="en-IN" sz="2000" i="1" dirty="0">
                <a:latin typeface="Georgia Pro Condensed" panose="020B0604020202020204" charset="0"/>
              </a:rPr>
              <a:t>Proceedings            of the ACCV 2022 Workshops on Machine Learning in Computer Vision for Spectral Applications (MLCSA)</a:t>
            </a:r>
            <a:r>
              <a:rPr lang="en-IN" sz="2000" dirty="0">
                <a:latin typeface="Georgia Pro Condensed" panose="020B0604020202020204" charset="0"/>
              </a:rPr>
              <a:t>, 2022.</a:t>
            </a:r>
          </a:p>
          <a:p>
            <a:endParaRPr lang="en-IN" sz="2000" dirty="0">
              <a:latin typeface="Georgia Pro Condensed" panose="020B0604020202020204" charset="0"/>
            </a:endParaRPr>
          </a:p>
          <a:p>
            <a:r>
              <a:rPr lang="en-US" sz="2000" dirty="0">
                <a:latin typeface="Georgia Pro Condensed" panose="020B0604020202020204" charset="0"/>
              </a:rPr>
              <a:t>[4]   Consultative Committee for Space Data Systems (CCSDS), </a:t>
            </a:r>
            <a:r>
              <a:rPr lang="en-US" sz="2000" i="1" dirty="0">
                <a:latin typeface="Georgia Pro Condensed" panose="020B0604020202020204" charset="0"/>
              </a:rPr>
              <a:t>Lossless Multispectral and Hyperspectral Image Compression</a:t>
            </a:r>
            <a:r>
              <a:rPr lang="en-US" sz="2000" dirty="0">
                <a:latin typeface="Georgia Pro Condensed" panose="020B0604020202020204" charset="0"/>
              </a:rPr>
              <a:t>, Informational Report, CCSDS 120.2-G-1, Green Book, Issue 1, December 2015</a:t>
            </a:r>
          </a:p>
          <a:p>
            <a:endParaRPr lang="en-US" sz="2000" dirty="0">
              <a:latin typeface="Georgia Pro Condensed" panose="020B0604020202020204" charset="0"/>
            </a:endParaRPr>
          </a:p>
          <a:p>
            <a:r>
              <a:rPr lang="en-IN" sz="2000" dirty="0">
                <a:latin typeface="Georgia Pro Condensed" panose="020B0604020202020204" charset="0"/>
              </a:rPr>
              <a:t>[5]   P. G. Howard and J. S. Vitter, “Fast and Efficient Lossless Image Compression,” in </a:t>
            </a:r>
            <a:r>
              <a:rPr lang="en-IN" sz="2000" i="1" dirty="0">
                <a:latin typeface="Georgia Pro Condensed" panose="020B0604020202020204" charset="0"/>
              </a:rPr>
              <a:t>Proceedings of the IEEE Computer Society/NASA/CESDIS Data Compression Conference (DCC)</a:t>
            </a:r>
            <a:r>
              <a:rPr lang="en-IN" sz="2000" dirty="0">
                <a:latin typeface="Georgia Pro Condensed" panose="020B0604020202020204" charset="0"/>
              </a:rPr>
              <a:t>, Snowbird, Utah, USA, Mar. 30–Apr. 1, 1993 (pp. 351–360).</a:t>
            </a:r>
          </a:p>
          <a:p>
            <a:endParaRPr lang="en-IN" sz="2000" dirty="0">
              <a:latin typeface="Georgia Pro Condensed" panose="020B0604020202020204" charset="0"/>
            </a:endParaRPr>
          </a:p>
          <a:p>
            <a:r>
              <a:rPr lang="en-IN" sz="2000" dirty="0">
                <a:latin typeface="Georgia Pro Condensed" panose="020B0604020202020204" charset="0"/>
              </a:rPr>
              <a:t>[6]   M. Serkan, P. Arulmozhivarman, and R. Ramachandran, “Simulation Based VLSI Implementation of Fast Efficient Lossless Image Compression System Using Adjusted Binary Code &amp; Golomb Rice Code,” </a:t>
            </a:r>
            <a:r>
              <a:rPr lang="en-IN" sz="2000" i="1" dirty="0">
                <a:latin typeface="Georgia Pro Condensed" panose="020B0604020202020204" charset="0"/>
              </a:rPr>
              <a:t>International Journal/Conference</a:t>
            </a:r>
            <a:r>
              <a:rPr lang="en-IN" sz="2000" dirty="0">
                <a:latin typeface="Georgia Pro Condensed" panose="020B0604020202020204" charset="0"/>
              </a:rPr>
              <a:t>, 2022</a:t>
            </a:r>
          </a:p>
          <a:p>
            <a:endParaRPr lang="en-IN" sz="2000" dirty="0">
              <a:latin typeface="Georgia Pro Condensed" panose="020B0604020202020204" charset="0"/>
            </a:endParaRPr>
          </a:p>
          <a:p>
            <a:r>
              <a:rPr lang="en-IN" sz="2000" dirty="0"/>
              <a:t> </a:t>
            </a:r>
            <a:r>
              <a:rPr lang="en-IN" sz="2000" dirty="0">
                <a:latin typeface="Georgia Pro Condensed" panose="020B0604020202020204" charset="0"/>
              </a:rPr>
              <a:t>[7]  J. Olaf, "Exponential Golomb-Rice Encoding: Adaptive Run-length Conjecture — Case Study," </a:t>
            </a:r>
            <a:r>
              <a:rPr lang="en-IN" sz="2000" i="1" dirty="0">
                <a:latin typeface="Georgia Pro Condensed" panose="020B0604020202020204" charset="0"/>
              </a:rPr>
              <a:t>Medium</a:t>
            </a:r>
            <a:r>
              <a:rPr lang="en-IN" sz="2000" dirty="0">
                <a:latin typeface="Georgia Pro Condensed" panose="020B0604020202020204" charset="0"/>
              </a:rPr>
              <a:t>, Jan. 25, 2026. [Online]. Available: https://medium.com/@jolalf/exponential-golomb-rice-encoding-adaptive-run-length-conjecture-case-study-b0ca1f19eb8a</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A597EE-FC60-6F9C-029D-B14B755CF100}"/>
              </a:ext>
            </a:extLst>
          </p:cNvPr>
          <p:cNvSpPr txBox="1"/>
          <p:nvPr/>
        </p:nvSpPr>
        <p:spPr>
          <a:xfrm>
            <a:off x="4724400" y="3924300"/>
            <a:ext cx="9144000" cy="1631216"/>
          </a:xfrm>
          <a:prstGeom prst="rect">
            <a:avLst/>
          </a:prstGeom>
          <a:noFill/>
        </p:spPr>
        <p:txBody>
          <a:bodyPr wrap="square">
            <a:spAutoFit/>
          </a:bodyPr>
          <a:lstStyle/>
          <a:p>
            <a:r>
              <a:rPr lang="en-US" sz="10000" dirty="0">
                <a:solidFill>
                  <a:srgbClr val="7030A0"/>
                </a:solidFill>
                <a:latin typeface="Georgia Pro Condensed" panose="020B0604020202020204" charset="0"/>
              </a:rPr>
              <a:t>THANK YOU !</a:t>
            </a:r>
            <a:endParaRPr lang="en-IN" sz="10000" dirty="0">
              <a:solidFill>
                <a:srgbClr val="7030A0"/>
              </a:solidFill>
              <a:latin typeface="Georgia Pro Condensed" panose="020B0604020202020204" charset="0"/>
            </a:endParaRPr>
          </a:p>
        </p:txBody>
      </p:sp>
    </p:spTree>
    <p:extLst>
      <p:ext uri="{BB962C8B-B14F-4D97-AF65-F5344CB8AC3E}">
        <p14:creationId xmlns:p14="http://schemas.microsoft.com/office/powerpoint/2010/main" val="30515368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F689E5-FC23-2B23-8744-2AEE2DAC10B7}"/>
              </a:ext>
            </a:extLst>
          </p:cNvPr>
          <p:cNvPicPr>
            <a:picLocks noChangeAspect="1"/>
          </p:cNvPicPr>
          <p:nvPr/>
        </p:nvPicPr>
        <p:blipFill>
          <a:blip r:embed="rId2"/>
          <a:stretch>
            <a:fillRect/>
          </a:stretch>
        </p:blipFill>
        <p:spPr>
          <a:xfrm>
            <a:off x="6553200" y="1514729"/>
            <a:ext cx="5410200" cy="1175581"/>
          </a:xfrm>
          <a:prstGeom prst="rect">
            <a:avLst/>
          </a:prstGeom>
        </p:spPr>
      </p:pic>
      <p:pic>
        <p:nvPicPr>
          <p:cNvPr id="5" name="Picture 4">
            <a:extLst>
              <a:ext uri="{FF2B5EF4-FFF2-40B4-BE49-F238E27FC236}">
                <a16:creationId xmlns:a16="http://schemas.microsoft.com/office/drawing/2014/main" id="{B1F219A5-CB47-AE60-37CD-D37DF18352C0}"/>
              </a:ext>
            </a:extLst>
          </p:cNvPr>
          <p:cNvPicPr>
            <a:picLocks noChangeAspect="1"/>
          </p:cNvPicPr>
          <p:nvPr/>
        </p:nvPicPr>
        <p:blipFill>
          <a:blip r:embed="rId3"/>
          <a:stretch>
            <a:fillRect/>
          </a:stretch>
        </p:blipFill>
        <p:spPr>
          <a:xfrm>
            <a:off x="6248400" y="2928559"/>
            <a:ext cx="4573557" cy="1295400"/>
          </a:xfrm>
          <a:prstGeom prst="rect">
            <a:avLst/>
          </a:prstGeom>
        </p:spPr>
      </p:pic>
      <p:sp>
        <p:nvSpPr>
          <p:cNvPr id="7" name="TextBox 6">
            <a:extLst>
              <a:ext uri="{FF2B5EF4-FFF2-40B4-BE49-F238E27FC236}">
                <a16:creationId xmlns:a16="http://schemas.microsoft.com/office/drawing/2014/main" id="{8CA14583-2E3C-3D5B-292A-FD98BC5FB486}"/>
              </a:ext>
            </a:extLst>
          </p:cNvPr>
          <p:cNvSpPr txBox="1"/>
          <p:nvPr/>
        </p:nvSpPr>
        <p:spPr>
          <a:xfrm>
            <a:off x="847791" y="2823413"/>
            <a:ext cx="9144000" cy="952633"/>
          </a:xfrm>
          <a:prstGeom prst="rect">
            <a:avLst/>
          </a:prstGeom>
          <a:noFill/>
        </p:spPr>
        <p:txBody>
          <a:bodyPr wrap="square">
            <a:spAutoFit/>
          </a:bodyPr>
          <a:lstStyle/>
          <a:p>
            <a:pPr>
              <a:lnSpc>
                <a:spcPts val="2100"/>
              </a:lnSpc>
              <a:spcBef>
                <a:spcPts val="1200"/>
              </a:spcBef>
              <a:spcAft>
                <a:spcPts val="1200"/>
              </a:spcAft>
            </a:pPr>
            <a:endParaRPr lang="en-US" sz="2400" dirty="0">
              <a:latin typeface="Georgia Pro Condensed" panose="020B0604020202020204" charset="0"/>
            </a:endParaRPr>
          </a:p>
          <a:p>
            <a:pPr algn="l">
              <a:lnSpc>
                <a:spcPts val="2100"/>
              </a:lnSpc>
              <a:spcBef>
                <a:spcPts val="1200"/>
              </a:spcBef>
              <a:spcAft>
                <a:spcPts val="1200"/>
              </a:spcAft>
              <a:buNone/>
            </a:pPr>
            <a:r>
              <a:rPr lang="en-IN" sz="2400" dirty="0">
                <a:solidFill>
                  <a:srgbClr val="0F1115"/>
                </a:solidFill>
                <a:effectLst/>
                <a:latin typeface="Georgia Pro Condensed" panose="020B0604020202020204" charset="0"/>
              </a:rPr>
              <a:t> Step </a:t>
            </a:r>
            <a:r>
              <a:rPr lang="en-IN" sz="2400" dirty="0">
                <a:solidFill>
                  <a:srgbClr val="0F1115"/>
                </a:solidFill>
                <a:latin typeface="Georgia Pro Condensed" panose="020B0604020202020204" charset="0"/>
              </a:rPr>
              <a:t>2</a:t>
            </a:r>
            <a:r>
              <a:rPr lang="en-IN" sz="2400" dirty="0">
                <a:solidFill>
                  <a:srgbClr val="0F1115"/>
                </a:solidFill>
                <a:effectLst/>
                <a:latin typeface="Georgia Pro Condensed" panose="020B0604020202020204" charset="0"/>
              </a:rPr>
              <a:t>: PSNR Formula :</a:t>
            </a:r>
          </a:p>
        </p:txBody>
      </p:sp>
      <p:sp>
        <p:nvSpPr>
          <p:cNvPr id="9" name="TextBox 8">
            <a:extLst>
              <a:ext uri="{FF2B5EF4-FFF2-40B4-BE49-F238E27FC236}">
                <a16:creationId xmlns:a16="http://schemas.microsoft.com/office/drawing/2014/main" id="{1D7872E0-F8B3-0358-1FB9-D8442AFE699A}"/>
              </a:ext>
            </a:extLst>
          </p:cNvPr>
          <p:cNvSpPr txBox="1"/>
          <p:nvPr/>
        </p:nvSpPr>
        <p:spPr>
          <a:xfrm>
            <a:off x="911872" y="858289"/>
            <a:ext cx="9144000" cy="418191"/>
          </a:xfrm>
          <a:prstGeom prst="rect">
            <a:avLst/>
          </a:prstGeom>
          <a:noFill/>
        </p:spPr>
        <p:txBody>
          <a:bodyPr wrap="square">
            <a:spAutoFit/>
          </a:bodyPr>
          <a:lstStyle/>
          <a:p>
            <a:pPr algn="l">
              <a:lnSpc>
                <a:spcPts val="2400"/>
              </a:lnSpc>
              <a:spcBef>
                <a:spcPts val="2400"/>
              </a:spcBef>
              <a:spcAft>
                <a:spcPts val="1200"/>
              </a:spcAft>
              <a:buNone/>
            </a:pPr>
            <a:r>
              <a:rPr lang="en-IN" sz="3200" b="1" dirty="0">
                <a:solidFill>
                  <a:srgbClr val="7030A0"/>
                </a:solidFill>
                <a:effectLst/>
                <a:latin typeface="Georgia Pro Condensed" panose="020B0604020202020204" charset="0"/>
              </a:rPr>
              <a:t>Peak Signal-to-Noise Ratio (PSNR)</a:t>
            </a:r>
          </a:p>
        </p:txBody>
      </p:sp>
      <p:sp>
        <p:nvSpPr>
          <p:cNvPr id="11" name="TextBox 10">
            <a:extLst>
              <a:ext uri="{FF2B5EF4-FFF2-40B4-BE49-F238E27FC236}">
                <a16:creationId xmlns:a16="http://schemas.microsoft.com/office/drawing/2014/main" id="{F9B6B7B2-D05F-88F7-E4CC-2C268B2B8D4A}"/>
              </a:ext>
            </a:extLst>
          </p:cNvPr>
          <p:cNvSpPr txBox="1"/>
          <p:nvPr/>
        </p:nvSpPr>
        <p:spPr>
          <a:xfrm>
            <a:off x="902040" y="1789604"/>
            <a:ext cx="9144000" cy="365549"/>
          </a:xfrm>
          <a:prstGeom prst="rect">
            <a:avLst/>
          </a:prstGeom>
          <a:noFill/>
        </p:spPr>
        <p:txBody>
          <a:bodyPr wrap="square">
            <a:spAutoFit/>
          </a:bodyPr>
          <a:lstStyle/>
          <a:p>
            <a:pPr>
              <a:lnSpc>
                <a:spcPts val="2100"/>
              </a:lnSpc>
              <a:spcBef>
                <a:spcPts val="1200"/>
              </a:spcBef>
              <a:spcAft>
                <a:spcPts val="1200"/>
              </a:spcAft>
            </a:pPr>
            <a:r>
              <a:rPr lang="en-US" sz="2400" dirty="0">
                <a:latin typeface="Georgia Pro Condensed" panose="020B0604020202020204" charset="0"/>
              </a:rPr>
              <a:t>Step 1: Mean Squared Error (MSE):</a:t>
            </a:r>
          </a:p>
        </p:txBody>
      </p:sp>
      <p:pic>
        <p:nvPicPr>
          <p:cNvPr id="13" name="Picture 12">
            <a:extLst>
              <a:ext uri="{FF2B5EF4-FFF2-40B4-BE49-F238E27FC236}">
                <a16:creationId xmlns:a16="http://schemas.microsoft.com/office/drawing/2014/main" id="{85A7236B-2C5C-3A54-5E28-85AD40C6706E}"/>
              </a:ext>
            </a:extLst>
          </p:cNvPr>
          <p:cNvPicPr>
            <a:picLocks noChangeAspect="1"/>
          </p:cNvPicPr>
          <p:nvPr/>
        </p:nvPicPr>
        <p:blipFill>
          <a:blip r:embed="rId4"/>
          <a:stretch>
            <a:fillRect/>
          </a:stretch>
        </p:blipFill>
        <p:spPr>
          <a:xfrm>
            <a:off x="2276511" y="6165794"/>
            <a:ext cx="3667089" cy="1231001"/>
          </a:xfrm>
          <a:prstGeom prst="rect">
            <a:avLst/>
          </a:prstGeom>
        </p:spPr>
      </p:pic>
      <p:pic>
        <p:nvPicPr>
          <p:cNvPr id="15" name="Picture 14">
            <a:extLst>
              <a:ext uri="{FF2B5EF4-FFF2-40B4-BE49-F238E27FC236}">
                <a16:creationId xmlns:a16="http://schemas.microsoft.com/office/drawing/2014/main" id="{7E044F5B-9E2B-3BD7-0A91-496598823A6B}"/>
              </a:ext>
            </a:extLst>
          </p:cNvPr>
          <p:cNvPicPr>
            <a:picLocks noChangeAspect="1"/>
          </p:cNvPicPr>
          <p:nvPr/>
        </p:nvPicPr>
        <p:blipFill>
          <a:blip r:embed="rId5"/>
          <a:stretch>
            <a:fillRect/>
          </a:stretch>
        </p:blipFill>
        <p:spPr>
          <a:xfrm>
            <a:off x="8048861" y="6304252"/>
            <a:ext cx="3667089" cy="996492"/>
          </a:xfrm>
          <a:prstGeom prst="rect">
            <a:avLst/>
          </a:prstGeom>
        </p:spPr>
      </p:pic>
      <p:pic>
        <p:nvPicPr>
          <p:cNvPr id="17" name="Picture 16">
            <a:extLst>
              <a:ext uri="{FF2B5EF4-FFF2-40B4-BE49-F238E27FC236}">
                <a16:creationId xmlns:a16="http://schemas.microsoft.com/office/drawing/2014/main" id="{F6908000-90EA-FC02-D44C-91209C00837E}"/>
              </a:ext>
            </a:extLst>
          </p:cNvPr>
          <p:cNvPicPr>
            <a:picLocks noChangeAspect="1"/>
          </p:cNvPicPr>
          <p:nvPr/>
        </p:nvPicPr>
        <p:blipFill>
          <a:blip r:embed="rId6"/>
          <a:stretch>
            <a:fillRect/>
          </a:stretch>
        </p:blipFill>
        <p:spPr>
          <a:xfrm>
            <a:off x="13796630" y="6216065"/>
            <a:ext cx="3352836" cy="1130458"/>
          </a:xfrm>
          <a:prstGeom prst="rect">
            <a:avLst/>
          </a:prstGeom>
        </p:spPr>
      </p:pic>
      <p:pic>
        <p:nvPicPr>
          <p:cNvPr id="19" name="Picture 18">
            <a:extLst>
              <a:ext uri="{FF2B5EF4-FFF2-40B4-BE49-F238E27FC236}">
                <a16:creationId xmlns:a16="http://schemas.microsoft.com/office/drawing/2014/main" id="{635CA8FB-3FD3-4FAC-0A95-40E2705B6B22}"/>
              </a:ext>
            </a:extLst>
          </p:cNvPr>
          <p:cNvPicPr>
            <a:picLocks noChangeAspect="1"/>
          </p:cNvPicPr>
          <p:nvPr/>
        </p:nvPicPr>
        <p:blipFill>
          <a:blip r:embed="rId7"/>
          <a:stretch>
            <a:fillRect/>
          </a:stretch>
        </p:blipFill>
        <p:spPr>
          <a:xfrm>
            <a:off x="6259460" y="7521433"/>
            <a:ext cx="7386003" cy="1231000"/>
          </a:xfrm>
          <a:prstGeom prst="rect">
            <a:avLst/>
          </a:prstGeom>
        </p:spPr>
      </p:pic>
      <p:pic>
        <p:nvPicPr>
          <p:cNvPr id="21" name="Picture 20">
            <a:extLst>
              <a:ext uri="{FF2B5EF4-FFF2-40B4-BE49-F238E27FC236}">
                <a16:creationId xmlns:a16="http://schemas.microsoft.com/office/drawing/2014/main" id="{3A15A6E5-C9A9-5E0C-B3A2-048E012BEDE1}"/>
              </a:ext>
            </a:extLst>
          </p:cNvPr>
          <p:cNvPicPr>
            <a:picLocks noChangeAspect="1"/>
          </p:cNvPicPr>
          <p:nvPr/>
        </p:nvPicPr>
        <p:blipFill>
          <a:blip r:embed="rId8"/>
          <a:stretch>
            <a:fillRect/>
          </a:stretch>
        </p:blipFill>
        <p:spPr>
          <a:xfrm>
            <a:off x="6259460" y="8525085"/>
            <a:ext cx="6646064" cy="1103138"/>
          </a:xfrm>
          <a:prstGeom prst="rect">
            <a:avLst/>
          </a:prstGeom>
        </p:spPr>
      </p:pic>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9E2F82A-86A5-D144-41DD-2947619B8883}"/>
                  </a:ext>
                </a:extLst>
              </p:cNvPr>
              <p:cNvSpPr txBox="1"/>
              <p:nvPr/>
            </p:nvSpPr>
            <p:spPr>
              <a:xfrm>
                <a:off x="738405" y="5879563"/>
                <a:ext cx="9144000" cy="374590"/>
              </a:xfrm>
              <a:prstGeom prst="rect">
                <a:avLst/>
              </a:prstGeom>
              <a:noFill/>
            </p:spPr>
            <p:txBody>
              <a:bodyPr wrap="square">
                <a:spAutoFit/>
              </a:bodyPr>
              <a:lstStyle/>
              <a:p>
                <a:pPr algn="l">
                  <a:lnSpc>
                    <a:spcPts val="2100"/>
                  </a:lnSpc>
                  <a:spcBef>
                    <a:spcPts val="1200"/>
                  </a:spcBef>
                  <a:spcAft>
                    <a:spcPts val="1200"/>
                  </a:spcAft>
                  <a:buNone/>
                </a:pPr>
                <a:r>
                  <a:rPr lang="en-IN" sz="2400" dirty="0">
                    <a:solidFill>
                      <a:srgbClr val="0F1115"/>
                    </a:solidFill>
                    <a:effectLst/>
                    <a:latin typeface="Georgia Pro Condensed" panose="020B0604020202020204" charset="0"/>
                  </a:rPr>
                  <a:t> Luminance Comparison (</a:t>
                </a:r>
                <a14:m>
                  <m:oMath xmlns:m="http://schemas.openxmlformats.org/officeDocument/2006/math">
                    <m:r>
                      <a:rPr lang="en-IN" sz="2400" b="0" i="1">
                        <a:latin typeface="Cambria Math" panose="02040503050406030204" pitchFamily="18" charset="0"/>
                      </a:rPr>
                      <m:t>𝑙</m:t>
                    </m:r>
                  </m:oMath>
                </a14:m>
                <a:r>
                  <a:rPr lang="en-IN" sz="2400" dirty="0">
                    <a:solidFill>
                      <a:srgbClr val="0F1115"/>
                    </a:solidFill>
                    <a:effectLst/>
                    <a:latin typeface="Georgia Pro Condensed" panose="020B0604020202020204" charset="0"/>
                  </a:rPr>
                  <a:t>)</a:t>
                </a:r>
              </a:p>
            </p:txBody>
          </p:sp>
        </mc:Choice>
        <mc:Fallback xmlns="">
          <p:sp>
            <p:nvSpPr>
              <p:cNvPr id="23" name="TextBox 22">
                <a:extLst>
                  <a:ext uri="{FF2B5EF4-FFF2-40B4-BE49-F238E27FC236}">
                    <a16:creationId xmlns:a16="http://schemas.microsoft.com/office/drawing/2014/main" id="{09E2F82A-86A5-D144-41DD-2947619B8883}"/>
                  </a:ext>
                </a:extLst>
              </p:cNvPr>
              <p:cNvSpPr txBox="1">
                <a:spLocks noRot="1" noChangeAspect="1" noMove="1" noResize="1" noEditPoints="1" noAdjustHandles="1" noChangeArrowheads="1" noChangeShapeType="1" noTextEdit="1"/>
              </p:cNvSpPr>
              <p:nvPr/>
            </p:nvSpPr>
            <p:spPr>
              <a:xfrm>
                <a:off x="738405" y="5879563"/>
                <a:ext cx="9144000" cy="374590"/>
              </a:xfrm>
              <a:prstGeom prst="rect">
                <a:avLst/>
              </a:prstGeom>
              <a:blipFill>
                <a:blip r:embed="rId9"/>
                <a:stretch>
                  <a:fillRect l="-267" t="-37097" b="-338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0E4D26FC-2BC6-E316-7B63-361DF1D45169}"/>
                  </a:ext>
                </a:extLst>
              </p:cNvPr>
              <p:cNvSpPr txBox="1"/>
              <p:nvPr/>
            </p:nvSpPr>
            <p:spPr>
              <a:xfrm>
                <a:off x="6705600" y="5896268"/>
                <a:ext cx="9144000" cy="374590"/>
              </a:xfrm>
              <a:prstGeom prst="rect">
                <a:avLst/>
              </a:prstGeom>
              <a:noFill/>
            </p:spPr>
            <p:txBody>
              <a:bodyPr wrap="square">
                <a:spAutoFit/>
              </a:bodyPr>
              <a:lstStyle/>
              <a:p>
                <a:pPr algn="l">
                  <a:lnSpc>
                    <a:spcPts val="2100"/>
                  </a:lnSpc>
                  <a:spcBef>
                    <a:spcPts val="1200"/>
                  </a:spcBef>
                  <a:spcAft>
                    <a:spcPts val="1200"/>
                  </a:spcAft>
                  <a:buNone/>
                </a:pPr>
                <a:r>
                  <a:rPr lang="en-IN" sz="2400" dirty="0">
                    <a:solidFill>
                      <a:srgbClr val="0F1115"/>
                    </a:solidFill>
                    <a:effectLst/>
                    <a:latin typeface="Georgia Pro Condensed" panose="020B0604020202020204" charset="0"/>
                  </a:rPr>
                  <a:t>Contrast Comparison (</a:t>
                </a:r>
                <a14:m>
                  <m:oMath xmlns:m="http://schemas.openxmlformats.org/officeDocument/2006/math">
                    <m:r>
                      <a:rPr lang="en-IN" sz="2400" b="0" i="1">
                        <a:latin typeface="Cambria Math" panose="02040503050406030204" pitchFamily="18" charset="0"/>
                      </a:rPr>
                      <m:t>𝑐</m:t>
                    </m:r>
                  </m:oMath>
                </a14:m>
                <a:r>
                  <a:rPr lang="en-IN" sz="2400" dirty="0">
                    <a:solidFill>
                      <a:srgbClr val="0F1115"/>
                    </a:solidFill>
                    <a:effectLst/>
                    <a:latin typeface="Georgia Pro Condensed" panose="020B0604020202020204" charset="0"/>
                  </a:rPr>
                  <a:t>)</a:t>
                </a:r>
              </a:p>
            </p:txBody>
          </p:sp>
        </mc:Choice>
        <mc:Fallback xmlns="">
          <p:sp>
            <p:nvSpPr>
              <p:cNvPr id="25" name="TextBox 24">
                <a:extLst>
                  <a:ext uri="{FF2B5EF4-FFF2-40B4-BE49-F238E27FC236}">
                    <a16:creationId xmlns:a16="http://schemas.microsoft.com/office/drawing/2014/main" id="{0E4D26FC-2BC6-E316-7B63-361DF1D45169}"/>
                  </a:ext>
                </a:extLst>
              </p:cNvPr>
              <p:cNvSpPr txBox="1">
                <a:spLocks noRot="1" noChangeAspect="1" noMove="1" noResize="1" noEditPoints="1" noAdjustHandles="1" noChangeArrowheads="1" noChangeShapeType="1" noTextEdit="1"/>
              </p:cNvSpPr>
              <p:nvPr/>
            </p:nvSpPr>
            <p:spPr>
              <a:xfrm>
                <a:off x="6705600" y="5896268"/>
                <a:ext cx="9144000" cy="374590"/>
              </a:xfrm>
              <a:prstGeom prst="rect">
                <a:avLst/>
              </a:prstGeom>
              <a:blipFill>
                <a:blip r:embed="rId10"/>
                <a:stretch>
                  <a:fillRect l="-1000" t="-37097" b="-338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9907B1A4-0FA1-DFAC-A288-F8C7444D86FE}"/>
                  </a:ext>
                </a:extLst>
              </p:cNvPr>
              <p:cNvSpPr txBox="1"/>
              <p:nvPr/>
            </p:nvSpPr>
            <p:spPr>
              <a:xfrm>
                <a:off x="13005404" y="5869018"/>
                <a:ext cx="4825396" cy="365549"/>
              </a:xfrm>
              <a:prstGeom prst="rect">
                <a:avLst/>
              </a:prstGeom>
              <a:noFill/>
            </p:spPr>
            <p:txBody>
              <a:bodyPr wrap="square">
                <a:spAutoFit/>
              </a:bodyPr>
              <a:lstStyle/>
              <a:p>
                <a:pPr algn="l">
                  <a:lnSpc>
                    <a:spcPts val="2100"/>
                  </a:lnSpc>
                  <a:spcBef>
                    <a:spcPts val="1200"/>
                  </a:spcBef>
                  <a:spcAft>
                    <a:spcPts val="1200"/>
                  </a:spcAft>
                  <a:buNone/>
                </a:pPr>
                <a:r>
                  <a:rPr lang="en-IN" sz="2400" dirty="0">
                    <a:solidFill>
                      <a:srgbClr val="0F1115"/>
                    </a:solidFill>
                    <a:latin typeface="Georgia Pro Condensed" panose="020B0604020202020204" charset="0"/>
                  </a:rPr>
                  <a:t>Structure</a:t>
                </a:r>
                <a:r>
                  <a:rPr lang="en-IN" sz="2400" dirty="0">
                    <a:solidFill>
                      <a:srgbClr val="0F1115"/>
                    </a:solidFill>
                    <a:effectLst/>
                    <a:latin typeface="Georgia Pro Condensed" panose="020B0604020202020204" charset="0"/>
                  </a:rPr>
                  <a:t> Comparison (</a:t>
                </a:r>
                <a14:m>
                  <m:oMath xmlns:m="http://schemas.openxmlformats.org/officeDocument/2006/math">
                    <m:r>
                      <a:rPr lang="en-US" sz="2400" b="0" i="1" smtClean="0">
                        <a:solidFill>
                          <a:srgbClr val="0F1115"/>
                        </a:solidFill>
                        <a:effectLst/>
                        <a:latin typeface="Cambria Math" panose="02040503050406030204" pitchFamily="18" charset="0"/>
                      </a:rPr>
                      <m:t>𝑠</m:t>
                    </m:r>
                  </m:oMath>
                </a14:m>
                <a:r>
                  <a:rPr lang="en-IN" sz="2400" dirty="0">
                    <a:solidFill>
                      <a:srgbClr val="0F1115"/>
                    </a:solidFill>
                    <a:effectLst/>
                    <a:latin typeface="Georgia Pro Condensed" panose="020B0604020202020204" charset="0"/>
                  </a:rPr>
                  <a:t>)</a:t>
                </a:r>
              </a:p>
            </p:txBody>
          </p:sp>
        </mc:Choice>
        <mc:Fallback xmlns="">
          <p:sp>
            <p:nvSpPr>
              <p:cNvPr id="27" name="TextBox 26">
                <a:extLst>
                  <a:ext uri="{FF2B5EF4-FFF2-40B4-BE49-F238E27FC236}">
                    <a16:creationId xmlns:a16="http://schemas.microsoft.com/office/drawing/2014/main" id="{9907B1A4-0FA1-DFAC-A288-F8C7444D86FE}"/>
                  </a:ext>
                </a:extLst>
              </p:cNvPr>
              <p:cNvSpPr txBox="1">
                <a:spLocks noRot="1" noChangeAspect="1" noMove="1" noResize="1" noEditPoints="1" noAdjustHandles="1" noChangeArrowheads="1" noChangeShapeType="1" noTextEdit="1"/>
              </p:cNvSpPr>
              <p:nvPr/>
            </p:nvSpPr>
            <p:spPr>
              <a:xfrm>
                <a:off x="13005404" y="5869018"/>
                <a:ext cx="4825396" cy="365549"/>
              </a:xfrm>
              <a:prstGeom prst="rect">
                <a:avLst/>
              </a:prstGeom>
              <a:blipFill>
                <a:blip r:embed="rId11"/>
                <a:stretch>
                  <a:fillRect l="-1894" t="-38333" b="-38333"/>
                </a:stretch>
              </a:blipFill>
            </p:spPr>
            <p:txBody>
              <a:bodyPr/>
              <a:lstStyle/>
              <a:p>
                <a:r>
                  <a:rPr lang="en-IN">
                    <a:noFill/>
                  </a:rPr>
                  <a:t> </a:t>
                </a:r>
              </a:p>
            </p:txBody>
          </p:sp>
        </mc:Fallback>
      </mc:AlternateContent>
      <p:sp>
        <p:nvSpPr>
          <p:cNvPr id="29" name="TextBox 28">
            <a:extLst>
              <a:ext uri="{FF2B5EF4-FFF2-40B4-BE49-F238E27FC236}">
                <a16:creationId xmlns:a16="http://schemas.microsoft.com/office/drawing/2014/main" id="{95028C44-0E44-B311-3067-36078F09C39D}"/>
              </a:ext>
            </a:extLst>
          </p:cNvPr>
          <p:cNvSpPr txBox="1"/>
          <p:nvPr/>
        </p:nvSpPr>
        <p:spPr>
          <a:xfrm>
            <a:off x="828126" y="5043326"/>
            <a:ext cx="9144000" cy="418191"/>
          </a:xfrm>
          <a:prstGeom prst="rect">
            <a:avLst/>
          </a:prstGeom>
          <a:noFill/>
        </p:spPr>
        <p:txBody>
          <a:bodyPr wrap="square">
            <a:spAutoFit/>
          </a:bodyPr>
          <a:lstStyle/>
          <a:p>
            <a:pPr algn="l">
              <a:lnSpc>
                <a:spcPts val="2400"/>
              </a:lnSpc>
              <a:spcBef>
                <a:spcPts val="2400"/>
              </a:spcBef>
              <a:spcAft>
                <a:spcPts val="1200"/>
              </a:spcAft>
              <a:buNone/>
            </a:pPr>
            <a:r>
              <a:rPr lang="en-IN" sz="3200" b="1" dirty="0">
                <a:solidFill>
                  <a:srgbClr val="7030A0"/>
                </a:solidFill>
                <a:effectLst/>
                <a:latin typeface="Georgia Pro Condensed" panose="020B0604020202020204" charset="0"/>
              </a:rPr>
              <a:t>Structural Similarity Index (SSIM)</a:t>
            </a:r>
          </a:p>
        </p:txBody>
      </p:sp>
    </p:spTree>
    <p:extLst>
      <p:ext uri="{BB962C8B-B14F-4D97-AF65-F5344CB8AC3E}">
        <p14:creationId xmlns:p14="http://schemas.microsoft.com/office/powerpoint/2010/main" val="12496034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0542306-4F6C-98F9-ECCC-3A25124D7DF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A0A0A"/>
                </a:solidFill>
                <a:effectLst/>
                <a:latin typeface="Google Sans"/>
              </a:rPr>
              <a:t>:</a:t>
            </a:r>
            <a:br>
              <a:rPr kumimoji="0" lang="en-US" altLang="en-US" sz="1200" b="0" i="0" u="none" strike="noStrike" cap="none" normalizeH="0" baseline="0">
                <a:ln>
                  <a:noFill/>
                </a:ln>
                <a:solidFill>
                  <a:srgbClr val="0A0A0A"/>
                </a:solidFill>
                <a:effectLst/>
                <a:latin typeface="Google Sans"/>
              </a:rPr>
            </a:br>
            <a:endParaRPr kumimoji="0" lang="en-US" altLang="en-US" sz="10000" b="0" i="0" u="none" strike="noStrike" cap="none" normalizeH="0" baseline="0">
              <a:ln>
                <a:noFill/>
              </a:ln>
              <a:solidFill>
                <a:srgbClr val="0A0A0A"/>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0" b="0" i="0" u="none" strike="noStrike" cap="none" normalizeH="0" baseline="0">
                <a:ln>
                  <a:noFill/>
                </a:ln>
                <a:solidFill>
                  <a:srgbClr val="0A0A0A"/>
                </a:solidFill>
                <a:effectLst/>
                <a:latin typeface="Google Sans"/>
              </a:rPr>
              <a:t>  </a:t>
            </a:r>
            <a:r>
              <a:rPr kumimoji="0" lang="en-US" altLang="en-US" b="0" i="0" u="none" strike="noStrike" cap="none" normalizeH="0" baseline="0">
                <a:ln>
                  <a:noFill/>
                </a:ln>
                <a:solidFill>
                  <a:srgbClr val="0A0A0A"/>
                </a:solidFill>
                <a:effectLst/>
                <a:latin typeface="Google Sans"/>
              </a:rPr>
              <a:t> </a:t>
            </a:r>
            <a:endParaRPr kumimoji="0" lang="en-US" altLang="en-US" sz="10000" b="0" i="0" u="none" strike="noStrike" cap="none" normalizeH="0" baseline="0">
              <a:ln>
                <a:noFill/>
              </a:ln>
              <a:solidFill>
                <a:srgbClr val="0A0A0A"/>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a:ln>
                  <a:noFill/>
                </a:ln>
                <a:solidFill>
                  <a:schemeClr val="tx1"/>
                </a:solidFill>
                <a:effectLst/>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026" name="Picture 2">
            <a:extLst>
              <a:ext uri="{FF2B5EF4-FFF2-40B4-BE49-F238E27FC236}">
                <a16:creationId xmlns:a16="http://schemas.microsoft.com/office/drawing/2014/main" id="{97EEC39C-8771-CDCB-7F33-19E0672A2E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675" y="-136525"/>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0AAFE086-3A96-EF25-5692-16B32B5E3C08}"/>
              </a:ext>
            </a:extLst>
          </p:cNvPr>
          <p:cNvPicPr>
            <a:picLocks noChangeAspect="1"/>
          </p:cNvPicPr>
          <p:nvPr/>
        </p:nvPicPr>
        <p:blipFill>
          <a:blip r:embed="rId3"/>
          <a:stretch>
            <a:fillRect/>
          </a:stretch>
        </p:blipFill>
        <p:spPr>
          <a:xfrm>
            <a:off x="7467600" y="2857500"/>
            <a:ext cx="2667000" cy="1447800"/>
          </a:xfrm>
          <a:prstGeom prst="rect">
            <a:avLst/>
          </a:prstGeom>
        </p:spPr>
      </p:pic>
      <p:pic>
        <p:nvPicPr>
          <p:cNvPr id="14" name="Picture 13">
            <a:extLst>
              <a:ext uri="{FF2B5EF4-FFF2-40B4-BE49-F238E27FC236}">
                <a16:creationId xmlns:a16="http://schemas.microsoft.com/office/drawing/2014/main" id="{85790E4B-76E1-3512-F64A-14D3D49CF411}"/>
              </a:ext>
            </a:extLst>
          </p:cNvPr>
          <p:cNvPicPr>
            <a:picLocks noChangeAspect="1"/>
          </p:cNvPicPr>
          <p:nvPr/>
        </p:nvPicPr>
        <p:blipFill>
          <a:blip r:embed="rId4"/>
          <a:stretch>
            <a:fillRect/>
          </a:stretch>
        </p:blipFill>
        <p:spPr>
          <a:xfrm>
            <a:off x="7086600" y="4713880"/>
            <a:ext cx="3380823" cy="1267809"/>
          </a:xfrm>
          <a:prstGeom prst="rect">
            <a:avLst/>
          </a:prstGeom>
        </p:spPr>
      </p:pic>
      <p:sp>
        <p:nvSpPr>
          <p:cNvPr id="16" name="TextBox 15">
            <a:extLst>
              <a:ext uri="{FF2B5EF4-FFF2-40B4-BE49-F238E27FC236}">
                <a16:creationId xmlns:a16="http://schemas.microsoft.com/office/drawing/2014/main" id="{53DB374A-2F17-7232-E4C0-9E66B86EDD99}"/>
              </a:ext>
            </a:extLst>
          </p:cNvPr>
          <p:cNvSpPr txBox="1"/>
          <p:nvPr/>
        </p:nvSpPr>
        <p:spPr>
          <a:xfrm>
            <a:off x="1524000" y="6286500"/>
            <a:ext cx="9144000" cy="1354217"/>
          </a:xfrm>
          <a:prstGeom prst="rect">
            <a:avLst/>
          </a:prstGeom>
          <a:noFill/>
        </p:spPr>
        <p:txBody>
          <a:bodyPr wrap="square">
            <a:spAutoFit/>
          </a:bodyPr>
          <a:lstStyle/>
          <a:p>
            <a:pPr algn="l">
              <a:spcBef>
                <a:spcPts val="1200"/>
              </a:spcBef>
              <a:spcAft>
                <a:spcPts val="1200"/>
              </a:spcAft>
              <a:buNone/>
            </a:pPr>
            <a:r>
              <a:rPr lang="en-IN" sz="2400" i="0" dirty="0">
                <a:solidFill>
                  <a:srgbClr val="0F1115"/>
                </a:solidFill>
                <a:effectLst/>
                <a:latin typeface="Georgia Pro Condensed" panose="020B0604020202020204" charset="0"/>
              </a:rPr>
              <a:t>Step 3: Correlation Calculation</a:t>
            </a:r>
          </a:p>
          <a:p>
            <a:pPr>
              <a:buNone/>
            </a:pPr>
            <a:br>
              <a:rPr lang="en-IN" sz="2400" dirty="0">
                <a:latin typeface="Georgia Pro Condensed" panose="020B0604020202020204" charset="0"/>
              </a:rPr>
            </a:br>
            <a:endParaRPr lang="en-IN" sz="2400" dirty="0">
              <a:latin typeface="Georgia Pro Condensed" panose="020B0604020202020204" charset="0"/>
            </a:endParaRPr>
          </a:p>
        </p:txBody>
      </p:sp>
      <p:sp>
        <p:nvSpPr>
          <p:cNvPr id="18" name="TextBox 17">
            <a:extLst>
              <a:ext uri="{FF2B5EF4-FFF2-40B4-BE49-F238E27FC236}">
                <a16:creationId xmlns:a16="http://schemas.microsoft.com/office/drawing/2014/main" id="{EF2061AA-D6A1-7813-68B5-713AD9D4E5F1}"/>
              </a:ext>
            </a:extLst>
          </p:cNvPr>
          <p:cNvSpPr txBox="1"/>
          <p:nvPr/>
        </p:nvSpPr>
        <p:spPr>
          <a:xfrm>
            <a:off x="1524000" y="4313991"/>
            <a:ext cx="9144000" cy="1354217"/>
          </a:xfrm>
          <a:prstGeom prst="rect">
            <a:avLst/>
          </a:prstGeom>
          <a:noFill/>
        </p:spPr>
        <p:txBody>
          <a:bodyPr wrap="square">
            <a:spAutoFit/>
          </a:bodyPr>
          <a:lstStyle/>
          <a:p>
            <a:pPr algn="l">
              <a:spcBef>
                <a:spcPts val="1200"/>
              </a:spcBef>
              <a:spcAft>
                <a:spcPts val="1200"/>
              </a:spcAft>
              <a:buNone/>
            </a:pPr>
            <a:r>
              <a:rPr lang="en-IN" sz="2400" i="0" dirty="0">
                <a:solidFill>
                  <a:srgbClr val="0F1115"/>
                </a:solidFill>
                <a:effectLst/>
                <a:latin typeface="Georgia Pro Condensed" panose="020B0604020202020204" charset="0"/>
              </a:rPr>
              <a:t>Step 2: Mean Subtraction</a:t>
            </a:r>
          </a:p>
          <a:p>
            <a:pPr>
              <a:buNone/>
            </a:pPr>
            <a:br>
              <a:rPr lang="en-IN" sz="2400" dirty="0">
                <a:latin typeface="Georgia Pro Condensed" panose="020B0604020202020204" charset="0"/>
              </a:rPr>
            </a:br>
            <a:endParaRPr lang="en-IN" sz="2400" dirty="0">
              <a:latin typeface="Georgia Pro Condensed" panose="020B0604020202020204" charset="0"/>
            </a:endParaRPr>
          </a:p>
        </p:txBody>
      </p:sp>
      <p:sp>
        <p:nvSpPr>
          <p:cNvPr id="20" name="TextBox 19">
            <a:extLst>
              <a:ext uri="{FF2B5EF4-FFF2-40B4-BE49-F238E27FC236}">
                <a16:creationId xmlns:a16="http://schemas.microsoft.com/office/drawing/2014/main" id="{714761E5-9356-890E-208D-2FEFA36C0084}"/>
              </a:ext>
            </a:extLst>
          </p:cNvPr>
          <p:cNvSpPr txBox="1"/>
          <p:nvPr/>
        </p:nvSpPr>
        <p:spPr>
          <a:xfrm>
            <a:off x="1524000" y="2482610"/>
            <a:ext cx="9144000" cy="1354217"/>
          </a:xfrm>
          <a:prstGeom prst="rect">
            <a:avLst/>
          </a:prstGeom>
          <a:noFill/>
        </p:spPr>
        <p:txBody>
          <a:bodyPr wrap="square">
            <a:spAutoFit/>
          </a:bodyPr>
          <a:lstStyle/>
          <a:p>
            <a:pPr algn="l">
              <a:spcBef>
                <a:spcPts val="1200"/>
              </a:spcBef>
              <a:spcAft>
                <a:spcPts val="1200"/>
              </a:spcAft>
              <a:buNone/>
            </a:pPr>
            <a:r>
              <a:rPr lang="en-US" sz="2400" i="0" dirty="0">
                <a:solidFill>
                  <a:schemeClr val="tx1">
                    <a:lumMod val="95000"/>
                    <a:lumOff val="5000"/>
                  </a:schemeClr>
                </a:solidFill>
                <a:effectLst/>
                <a:latin typeface="Georgia Pro Condensed" panose="020B0604020202020204" charset="0"/>
              </a:rPr>
              <a:t>Step 1: High-Pass Filtering (Edge Extraction)</a:t>
            </a:r>
          </a:p>
          <a:p>
            <a:pPr>
              <a:buNone/>
            </a:pPr>
            <a:br>
              <a:rPr lang="en-US" sz="2400" dirty="0">
                <a:solidFill>
                  <a:schemeClr val="tx1">
                    <a:lumMod val="95000"/>
                    <a:lumOff val="5000"/>
                  </a:schemeClr>
                </a:solidFill>
                <a:latin typeface="Georgia Pro Condensed" panose="020B0604020202020204" charset="0"/>
              </a:rPr>
            </a:br>
            <a:endParaRPr lang="en-IN" sz="2400" dirty="0">
              <a:solidFill>
                <a:schemeClr val="tx1">
                  <a:lumMod val="95000"/>
                  <a:lumOff val="5000"/>
                </a:schemeClr>
              </a:solidFill>
              <a:latin typeface="Georgia Pro Condensed" panose="020B0604020202020204" charset="0"/>
            </a:endParaRPr>
          </a:p>
        </p:txBody>
      </p:sp>
      <p:pic>
        <p:nvPicPr>
          <p:cNvPr id="22" name="Picture 21">
            <a:extLst>
              <a:ext uri="{FF2B5EF4-FFF2-40B4-BE49-F238E27FC236}">
                <a16:creationId xmlns:a16="http://schemas.microsoft.com/office/drawing/2014/main" id="{1E80EABB-7C56-F057-6BB0-1C0FEEE420E8}"/>
              </a:ext>
            </a:extLst>
          </p:cNvPr>
          <p:cNvPicPr>
            <a:picLocks noChangeAspect="1"/>
          </p:cNvPicPr>
          <p:nvPr/>
        </p:nvPicPr>
        <p:blipFill>
          <a:blip r:embed="rId5"/>
          <a:stretch>
            <a:fillRect/>
          </a:stretch>
        </p:blipFill>
        <p:spPr>
          <a:xfrm>
            <a:off x="5824073" y="6873392"/>
            <a:ext cx="9024465" cy="1851504"/>
          </a:xfrm>
          <a:prstGeom prst="rect">
            <a:avLst/>
          </a:prstGeom>
        </p:spPr>
      </p:pic>
      <p:sp>
        <p:nvSpPr>
          <p:cNvPr id="24" name="TextBox 23">
            <a:extLst>
              <a:ext uri="{FF2B5EF4-FFF2-40B4-BE49-F238E27FC236}">
                <a16:creationId xmlns:a16="http://schemas.microsoft.com/office/drawing/2014/main" id="{0E7907BB-5A02-DDC6-1485-F06562848818}"/>
              </a:ext>
            </a:extLst>
          </p:cNvPr>
          <p:cNvSpPr txBox="1"/>
          <p:nvPr/>
        </p:nvSpPr>
        <p:spPr>
          <a:xfrm>
            <a:off x="6096000" y="1303898"/>
            <a:ext cx="9144000" cy="465705"/>
          </a:xfrm>
          <a:prstGeom prst="rect">
            <a:avLst/>
          </a:prstGeom>
          <a:noFill/>
        </p:spPr>
        <p:txBody>
          <a:bodyPr wrap="square">
            <a:spAutoFit/>
          </a:bodyPr>
          <a:lstStyle/>
          <a:p>
            <a:pPr algn="l">
              <a:lnSpc>
                <a:spcPts val="2400"/>
              </a:lnSpc>
              <a:spcBef>
                <a:spcPts val="2400"/>
              </a:spcBef>
              <a:spcAft>
                <a:spcPts val="1200"/>
              </a:spcAft>
              <a:buNone/>
            </a:pPr>
            <a:r>
              <a:rPr lang="en-IN" sz="4800" b="1" dirty="0">
                <a:solidFill>
                  <a:srgbClr val="7030A0"/>
                </a:solidFill>
                <a:effectLst/>
                <a:latin typeface="Georgia Pro Condensed" panose="020B0604020202020204" charset="0"/>
              </a:rPr>
              <a:t>Edge Keeping Index (EKI)</a:t>
            </a:r>
          </a:p>
        </p:txBody>
      </p:sp>
    </p:spTree>
    <p:extLst>
      <p:ext uri="{BB962C8B-B14F-4D97-AF65-F5344CB8AC3E}">
        <p14:creationId xmlns:p14="http://schemas.microsoft.com/office/powerpoint/2010/main" val="1559691192"/>
      </p:ext>
    </p:extLst>
  </p:cSld>
  <p:clrMapOvr>
    <a:masterClrMapping/>
  </p:clrMapOvr>
</p:sld>
</file>

<file path=ppt/theme/theme1.xml><?xml version="1.0" encoding="utf-8"?>
<a:theme xmlns:a="http://schemas.openxmlformats.org/drawingml/2006/main" name="Basis">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1110</TotalTime>
  <Words>2404</Words>
  <Application>Microsoft Office PowerPoint</Application>
  <PresentationFormat>Custom</PresentationFormat>
  <Paragraphs>285</Paragraphs>
  <Slides>29</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Cambria Math</vt:lpstr>
      <vt:lpstr>Times New Roman</vt:lpstr>
      <vt:lpstr>Georgia Pro Condensed</vt:lpstr>
      <vt:lpstr>Corbel</vt:lpstr>
      <vt:lpstr>Wingdings</vt:lpstr>
      <vt:lpstr>Calibri</vt:lpstr>
      <vt:lpstr>Google Sans</vt:lpstr>
      <vt:lpstr>Arial</vt:lpstr>
      <vt:lpstr>Basis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Digital VLSI Circuit Design</dc:title>
  <dc:creator>hp</dc:creator>
  <dc:description>Presentation - Digital VLSI Circuit Design</dc:description>
  <cp:lastModifiedBy>Tanushka Sharma</cp:lastModifiedBy>
  <cp:revision>6</cp:revision>
  <dcterms:created xsi:type="dcterms:W3CDTF">2006-08-16T00:00:00Z</dcterms:created>
  <dcterms:modified xsi:type="dcterms:W3CDTF">2026-04-23T04:39:03Z</dcterms:modified>
  <dc:identifier>DAHBl4AWPq0</dc:identifier>
</cp:coreProperties>
</file>